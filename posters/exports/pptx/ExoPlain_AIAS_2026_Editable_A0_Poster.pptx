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03b020c46cd40d9" /><Relationship Type="http://schemas.openxmlformats.org/officeDocument/2006/relationships/extended-properties" Target="/docProps/app.xml" Id="R41bb38513caa42cc" /><Relationship Type="http://schemas.openxmlformats.org/officeDocument/2006/relationships/officeDocument" Target="/ppt/presentation.xml" Id="Rdc4988f3000e4f13" /></Relationships>
</file>

<file path=ppt/presentation.xml><?xml version="1.0" encoding="utf-8"?>
<p:presentation xmlns:p="http://schemas.openxmlformats.org/presentationml/2006/main">
  <p:sldMasterIdLst>
    <p:sldMasterId xmlns:r="http://schemas.openxmlformats.org/officeDocument/2006/relationships" id="2147483648" r:id="R8ead0e6169a84b1d"/>
  </p:sldMasterIdLst>
  <p:notesMasterIdLst>
    <p:notesMasterId xmlns:r="http://schemas.openxmlformats.org/officeDocument/2006/relationships" r:id="R27fb114f08534618"/>
  </p:notesMasterIdLst>
  <p:sldIdLst>
    <p:sldId xmlns:r="http://schemas.openxmlformats.org/officeDocument/2006/relationships" id="256" r:id="Rb3f0bc4babdf4ab3"/>
  </p:sldIdLst>
  <p:sldSz cx="30276000" cy="42804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ec04ba8a9da4dd2" /><Relationship Type="http://schemas.openxmlformats.org/officeDocument/2006/relationships/slideMaster" Target="/ppt/slideMasters/slideMaster1.xml" Id="R8ead0e6169a84b1d" /><Relationship Type="http://schemas.openxmlformats.org/officeDocument/2006/relationships/notesMaster" Target="/ppt/notesMasters/notesMaster1.xml" Id="R27fb114f08534618" /><Relationship Type="http://schemas.openxmlformats.org/officeDocument/2006/relationships/presProps" Target="/ppt/presProps.xml" Id="Rc71e6bda1ae14672" /><Relationship Type="http://schemas.openxmlformats.org/officeDocument/2006/relationships/tableStyles" Target="/ppt/tableStyles.xml" Id="R97171075364f42d5" /><Relationship Type="http://schemas.openxmlformats.org/officeDocument/2006/relationships/slide" Target="/ppt/slides/slide1.xml" Id="Rb3f0bc4babdf4ab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fb0c877888c4a6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87f93ca512d4bea" /><Relationship Type="http://schemas.openxmlformats.org/officeDocument/2006/relationships/notesMaster" Target="/ppt/notesMasters/notesMaster1.xml" Id="Ra82ef58b37c24f3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ExoPlain technical poster. All text boxes, section headers, process blocks and tables are editable. Images come from the project assets. Reported model values originate in the project repository and require independent reproduction.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08ff5eae37434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b52c15113ef4ae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1f7b1e97394427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4c28d8396c044e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8fcbbaa3591422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5f026a16c5a4a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C11647E-5D3F-42D0-953B-BFD7CCE26657}"/>
              </a:ext>
            </a:extLst>
          </p:cNvPr>
          <p:cNvSpPr>
            <a:spLocks xmlns:a="http://schemas.openxmlformats.org/drawingml/2006/main" noGrp="1"/>
          </p:cNvSpPr>
          <p:nvPr>
            <p:ph type="title" idx="0"/>
          </p:nvPr>
        </p:nvSpPr>
        <p:spPr>
          <a:xfrm xmlns:a="http://schemas.openxmlformats.org/drawingml/2006/main">
            <a:off x="3027600" y="16170400"/>
            <a:ext cx="24220800" cy="6182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1920" b="1">
                <a:solidFill>
                  <a:schemeClr val="tx1"/>
                </a:solidFill>
                <a:latin typeface="+mj-lt"/>
                <a:ea typeface="+mj-lt"/>
                <a:cs typeface="+mj-lt"/>
              </a:defRPr>
            </a:defPPr>
            <a:lvl1pPr marL="0" indent="0" algn="ctr">
              <a:lnSpc>
                <a:spcPct val="110000"/>
              </a:lnSpc>
              <a:spcBef>
                <a:spcPts val="0"/>
              </a:spcBef>
              <a:spcAft>
                <a:spcPts val="0"/>
              </a:spcAft>
              <a:buNone/>
              <a:defRPr sz="11920" b="1">
                <a:solidFill>
                  <a:schemeClr val="tx1"/>
                </a:solidFill>
                <a:latin typeface="+mj-lt"/>
                <a:ea typeface="+mj-lt"/>
                <a:cs typeface="+mj-lt"/>
              </a:defRPr>
            </a:lvl1pPr>
            <a:lvl2pPr marL="0" indent="0" algn="ctr">
              <a:lnSpc>
                <a:spcPct val="110000"/>
              </a:lnSpc>
              <a:spcBef>
                <a:spcPts val="0"/>
              </a:spcBef>
              <a:spcAft>
                <a:spcPts val="0"/>
              </a:spcAft>
              <a:buNone/>
              <a:defRPr sz="11920" b="1">
                <a:solidFill>
                  <a:schemeClr val="tx1"/>
                </a:solidFill>
                <a:latin typeface="+mj-lt"/>
                <a:ea typeface="+mj-lt"/>
                <a:cs typeface="+mj-lt"/>
              </a:defRPr>
            </a:lvl2pPr>
            <a:lvl3pPr marL="0" indent="0" algn="ctr">
              <a:lnSpc>
                <a:spcPct val="110000"/>
              </a:lnSpc>
              <a:spcBef>
                <a:spcPts val="0"/>
              </a:spcBef>
              <a:spcAft>
                <a:spcPts val="0"/>
              </a:spcAft>
              <a:buNone/>
              <a:defRPr sz="11920" b="1">
                <a:solidFill>
                  <a:schemeClr val="tx1"/>
                </a:solidFill>
                <a:latin typeface="+mj-lt"/>
                <a:ea typeface="+mj-lt"/>
                <a:cs typeface="+mj-lt"/>
              </a:defRPr>
            </a:lvl3pPr>
            <a:lvl4pPr marL="0" indent="0" algn="ctr">
              <a:lnSpc>
                <a:spcPct val="110000"/>
              </a:lnSpc>
              <a:spcBef>
                <a:spcPts val="0"/>
              </a:spcBef>
              <a:spcAft>
                <a:spcPts val="0"/>
              </a:spcAft>
              <a:buNone/>
              <a:defRPr sz="11920" b="1">
                <a:solidFill>
                  <a:schemeClr val="tx1"/>
                </a:solidFill>
                <a:latin typeface="+mj-lt"/>
                <a:ea typeface="+mj-lt"/>
                <a:cs typeface="+mj-lt"/>
              </a:defRPr>
            </a:lvl4pPr>
            <a:lvl5pPr marL="0" indent="0" algn="ctr">
              <a:lnSpc>
                <a:spcPct val="110000"/>
              </a:lnSpc>
              <a:spcBef>
                <a:spcPts val="0"/>
              </a:spcBef>
              <a:spcAft>
                <a:spcPts val="0"/>
              </a:spcAft>
              <a:buNone/>
              <a:defRPr sz="11920" b="1">
                <a:solidFill>
                  <a:schemeClr val="tx1"/>
                </a:solidFill>
                <a:latin typeface="+mj-lt"/>
                <a:ea typeface="+mj-lt"/>
                <a:cs typeface="+mj-lt"/>
              </a:defRPr>
            </a:lvl5pPr>
            <a:lvl6pPr marL="0" indent="0" algn="ctr">
              <a:lnSpc>
                <a:spcPct val="110000"/>
              </a:lnSpc>
              <a:spcBef>
                <a:spcPts val="0"/>
              </a:spcBef>
              <a:spcAft>
                <a:spcPts val="0"/>
              </a:spcAft>
              <a:buNone/>
              <a:defRPr sz="11920" b="1">
                <a:solidFill>
                  <a:schemeClr val="tx1"/>
                </a:solidFill>
                <a:latin typeface="+mj-lt"/>
                <a:ea typeface="+mj-lt"/>
                <a:cs typeface="+mj-lt"/>
              </a:defRPr>
            </a:lvl6pPr>
            <a:lvl7pPr marL="0" indent="0" algn="ctr">
              <a:lnSpc>
                <a:spcPct val="110000"/>
              </a:lnSpc>
              <a:spcBef>
                <a:spcPts val="0"/>
              </a:spcBef>
              <a:spcAft>
                <a:spcPts val="0"/>
              </a:spcAft>
              <a:buNone/>
              <a:defRPr sz="11920" b="1">
                <a:solidFill>
                  <a:schemeClr val="tx1"/>
                </a:solidFill>
                <a:latin typeface="+mj-lt"/>
                <a:ea typeface="+mj-lt"/>
                <a:cs typeface="+mj-lt"/>
              </a:defRPr>
            </a:lvl7pPr>
            <a:lvl8pPr marL="0" indent="0" algn="ctr">
              <a:lnSpc>
                <a:spcPct val="110000"/>
              </a:lnSpc>
              <a:spcBef>
                <a:spcPts val="0"/>
              </a:spcBef>
              <a:spcAft>
                <a:spcPts val="0"/>
              </a:spcAft>
              <a:buNone/>
              <a:defRPr sz="11920" b="1">
                <a:solidFill>
                  <a:schemeClr val="tx1"/>
                </a:solidFill>
                <a:latin typeface="+mj-lt"/>
                <a:ea typeface="+mj-lt"/>
                <a:cs typeface="+mj-lt"/>
              </a:defRPr>
            </a:lvl8pPr>
            <a:lvl9pPr marL="0" indent="0" algn="ctr">
              <a:lnSpc>
                <a:spcPct val="110000"/>
              </a:lnSpc>
              <a:spcBef>
                <a:spcPts val="0"/>
              </a:spcBef>
              <a:spcAft>
                <a:spcPts val="0"/>
              </a:spcAft>
              <a:buNone/>
              <a:defRPr sz="1192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9F3DBA8-F361-4781-B3A9-5769CC345233}"/>
              </a:ext>
            </a:extLst>
          </p:cNvPr>
          <p:cNvSpPr>
            <a:spLocks xmlns:a="http://schemas.openxmlformats.org/drawingml/2006/main" noGrp="1"/>
          </p:cNvSpPr>
          <p:nvPr>
            <p:ph type="subTitle" idx="1"/>
          </p:nvPr>
        </p:nvSpPr>
        <p:spPr>
          <a:xfrm xmlns:a="http://schemas.openxmlformats.org/drawingml/2006/main">
            <a:off x="4541400" y="23542200"/>
            <a:ext cx="21193200" cy="4756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15" b="0">
                <a:solidFill>
                  <a:schemeClr val="tx1"/>
                </a:solidFill>
                <a:latin typeface="+mn-lt"/>
                <a:ea typeface="+mn-lt"/>
                <a:cs typeface="+mn-lt"/>
              </a:defRPr>
            </a:defPPr>
            <a:lvl1pPr marL="0" indent="0" algn="ctr">
              <a:lnSpc>
                <a:spcPct val="110000"/>
              </a:lnSpc>
              <a:spcBef>
                <a:spcPts val="0"/>
              </a:spcBef>
              <a:spcAft>
                <a:spcPts val="0"/>
              </a:spcAft>
              <a:buNone/>
              <a:defRPr sz="5215" b="0">
                <a:solidFill>
                  <a:schemeClr val="tx1"/>
                </a:solidFill>
                <a:latin typeface="+mn-lt"/>
                <a:ea typeface="+mn-lt"/>
                <a:cs typeface="+mn-lt"/>
              </a:defRPr>
            </a:lvl1pPr>
            <a:lvl2pPr marL="0" indent="0" algn="ctr">
              <a:lnSpc>
                <a:spcPct val="110000"/>
              </a:lnSpc>
              <a:spcBef>
                <a:spcPts val="0"/>
              </a:spcBef>
              <a:spcAft>
                <a:spcPts val="0"/>
              </a:spcAft>
              <a:buNone/>
              <a:defRPr sz="5215" b="0">
                <a:solidFill>
                  <a:schemeClr val="tx1"/>
                </a:solidFill>
                <a:latin typeface="+mn-lt"/>
                <a:ea typeface="+mn-lt"/>
                <a:cs typeface="+mn-lt"/>
              </a:defRPr>
            </a:lvl2pPr>
            <a:lvl3pPr marL="0" indent="0" algn="ctr">
              <a:lnSpc>
                <a:spcPct val="110000"/>
              </a:lnSpc>
              <a:spcBef>
                <a:spcPts val="0"/>
              </a:spcBef>
              <a:spcAft>
                <a:spcPts val="0"/>
              </a:spcAft>
              <a:buNone/>
              <a:defRPr sz="5215" b="0">
                <a:solidFill>
                  <a:schemeClr val="tx1"/>
                </a:solidFill>
                <a:latin typeface="+mn-lt"/>
                <a:ea typeface="+mn-lt"/>
                <a:cs typeface="+mn-lt"/>
              </a:defRPr>
            </a:lvl3pPr>
            <a:lvl4pPr marL="0" indent="0" algn="ctr">
              <a:lnSpc>
                <a:spcPct val="110000"/>
              </a:lnSpc>
              <a:spcBef>
                <a:spcPts val="0"/>
              </a:spcBef>
              <a:spcAft>
                <a:spcPts val="0"/>
              </a:spcAft>
              <a:buNone/>
              <a:defRPr sz="5215" b="0">
                <a:solidFill>
                  <a:schemeClr val="tx1"/>
                </a:solidFill>
                <a:latin typeface="+mn-lt"/>
                <a:ea typeface="+mn-lt"/>
                <a:cs typeface="+mn-lt"/>
              </a:defRPr>
            </a:lvl4pPr>
            <a:lvl5pPr marL="0" indent="0" algn="ctr">
              <a:lnSpc>
                <a:spcPct val="110000"/>
              </a:lnSpc>
              <a:spcBef>
                <a:spcPts val="0"/>
              </a:spcBef>
              <a:spcAft>
                <a:spcPts val="0"/>
              </a:spcAft>
              <a:buNone/>
              <a:defRPr sz="5215" b="0">
                <a:solidFill>
                  <a:schemeClr val="tx1"/>
                </a:solidFill>
                <a:latin typeface="+mn-lt"/>
                <a:ea typeface="+mn-lt"/>
                <a:cs typeface="+mn-lt"/>
              </a:defRPr>
            </a:lvl5pPr>
            <a:lvl6pPr marL="0" indent="0" algn="ctr">
              <a:lnSpc>
                <a:spcPct val="110000"/>
              </a:lnSpc>
              <a:spcBef>
                <a:spcPts val="0"/>
              </a:spcBef>
              <a:spcAft>
                <a:spcPts val="0"/>
              </a:spcAft>
              <a:buNone/>
              <a:defRPr sz="5215" b="0">
                <a:solidFill>
                  <a:schemeClr val="tx1"/>
                </a:solidFill>
                <a:latin typeface="+mn-lt"/>
                <a:ea typeface="+mn-lt"/>
                <a:cs typeface="+mn-lt"/>
              </a:defRPr>
            </a:lvl6pPr>
            <a:lvl7pPr marL="0" indent="0" algn="ctr">
              <a:lnSpc>
                <a:spcPct val="110000"/>
              </a:lnSpc>
              <a:spcBef>
                <a:spcPts val="0"/>
              </a:spcBef>
              <a:spcAft>
                <a:spcPts val="0"/>
              </a:spcAft>
              <a:buNone/>
              <a:defRPr sz="5215" b="0">
                <a:solidFill>
                  <a:schemeClr val="tx1"/>
                </a:solidFill>
                <a:latin typeface="+mn-lt"/>
                <a:ea typeface="+mn-lt"/>
                <a:cs typeface="+mn-lt"/>
              </a:defRPr>
            </a:lvl7pPr>
            <a:lvl8pPr marL="0" indent="0" algn="ctr">
              <a:lnSpc>
                <a:spcPct val="110000"/>
              </a:lnSpc>
              <a:spcBef>
                <a:spcPts val="0"/>
              </a:spcBef>
              <a:spcAft>
                <a:spcPts val="0"/>
              </a:spcAft>
              <a:buNone/>
              <a:defRPr sz="5215" b="0">
                <a:solidFill>
                  <a:schemeClr val="tx1"/>
                </a:solidFill>
                <a:latin typeface="+mn-lt"/>
                <a:ea typeface="+mn-lt"/>
                <a:cs typeface="+mn-lt"/>
              </a:defRPr>
            </a:lvl8pPr>
            <a:lvl9pPr marL="0" indent="0" algn="ctr">
              <a:lnSpc>
                <a:spcPct val="110000"/>
              </a:lnSpc>
              <a:spcBef>
                <a:spcPts val="0"/>
              </a:spcBef>
              <a:spcAft>
                <a:spcPts val="0"/>
              </a:spcAft>
              <a:buNone/>
              <a:defRPr sz="521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AE36E73-E219-45F4-A35F-FDF53B6502EA}"/>
              </a:ext>
            </a:extLst>
          </p:cNvPr>
          <p:cNvSpPr>
            <a:spLocks xmlns:a="http://schemas.openxmlformats.org/drawingml/2006/main" noGrp="1"/>
          </p:cNvSpPr>
          <p:nvPr>
            <p:ph type="title" idx="0"/>
          </p:nvPr>
        </p:nvSpPr>
        <p:spPr>
          <a:xfrm xmlns:a="http://schemas.openxmlformats.org/drawingml/2006/main">
            <a:off x="3027600" y="17835000"/>
            <a:ext cx="24220800" cy="71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0430" b="1">
                <a:solidFill>
                  <a:schemeClr val="tx1"/>
                </a:solidFill>
                <a:latin typeface="+mj-lt"/>
                <a:ea typeface="+mj-lt"/>
                <a:cs typeface="+mj-lt"/>
              </a:defRPr>
            </a:defPPr>
            <a:lvl1pPr marL="0" indent="0" algn="ctr">
              <a:lnSpc>
                <a:spcPct val="110000"/>
              </a:lnSpc>
              <a:spcBef>
                <a:spcPts val="0"/>
              </a:spcBef>
              <a:spcAft>
                <a:spcPts val="0"/>
              </a:spcAft>
              <a:buNone/>
              <a:defRPr sz="10430" b="1">
                <a:solidFill>
                  <a:schemeClr val="tx1"/>
                </a:solidFill>
                <a:latin typeface="+mj-lt"/>
                <a:ea typeface="+mj-lt"/>
                <a:cs typeface="+mj-lt"/>
              </a:defRPr>
            </a:lvl1pPr>
            <a:lvl2pPr marL="0" indent="0" algn="ctr">
              <a:lnSpc>
                <a:spcPct val="110000"/>
              </a:lnSpc>
              <a:spcBef>
                <a:spcPts val="0"/>
              </a:spcBef>
              <a:spcAft>
                <a:spcPts val="0"/>
              </a:spcAft>
              <a:buNone/>
              <a:defRPr sz="10430" b="1">
                <a:solidFill>
                  <a:schemeClr val="tx1"/>
                </a:solidFill>
                <a:latin typeface="+mj-lt"/>
                <a:ea typeface="+mj-lt"/>
                <a:cs typeface="+mj-lt"/>
              </a:defRPr>
            </a:lvl2pPr>
            <a:lvl3pPr marL="0" indent="0" algn="ctr">
              <a:lnSpc>
                <a:spcPct val="110000"/>
              </a:lnSpc>
              <a:spcBef>
                <a:spcPts val="0"/>
              </a:spcBef>
              <a:spcAft>
                <a:spcPts val="0"/>
              </a:spcAft>
              <a:buNone/>
              <a:defRPr sz="10430" b="1">
                <a:solidFill>
                  <a:schemeClr val="tx1"/>
                </a:solidFill>
                <a:latin typeface="+mj-lt"/>
                <a:ea typeface="+mj-lt"/>
                <a:cs typeface="+mj-lt"/>
              </a:defRPr>
            </a:lvl3pPr>
            <a:lvl4pPr marL="0" indent="0" algn="ctr">
              <a:lnSpc>
                <a:spcPct val="110000"/>
              </a:lnSpc>
              <a:spcBef>
                <a:spcPts val="0"/>
              </a:spcBef>
              <a:spcAft>
                <a:spcPts val="0"/>
              </a:spcAft>
              <a:buNone/>
              <a:defRPr sz="10430" b="1">
                <a:solidFill>
                  <a:schemeClr val="tx1"/>
                </a:solidFill>
                <a:latin typeface="+mj-lt"/>
                <a:ea typeface="+mj-lt"/>
                <a:cs typeface="+mj-lt"/>
              </a:defRPr>
            </a:lvl4pPr>
            <a:lvl5pPr marL="0" indent="0" algn="ctr">
              <a:lnSpc>
                <a:spcPct val="110000"/>
              </a:lnSpc>
              <a:spcBef>
                <a:spcPts val="0"/>
              </a:spcBef>
              <a:spcAft>
                <a:spcPts val="0"/>
              </a:spcAft>
              <a:buNone/>
              <a:defRPr sz="10430" b="1">
                <a:solidFill>
                  <a:schemeClr val="tx1"/>
                </a:solidFill>
                <a:latin typeface="+mj-lt"/>
                <a:ea typeface="+mj-lt"/>
                <a:cs typeface="+mj-lt"/>
              </a:defRPr>
            </a:lvl5pPr>
            <a:lvl6pPr marL="0" indent="0" algn="ctr">
              <a:lnSpc>
                <a:spcPct val="110000"/>
              </a:lnSpc>
              <a:spcBef>
                <a:spcPts val="0"/>
              </a:spcBef>
              <a:spcAft>
                <a:spcPts val="0"/>
              </a:spcAft>
              <a:buNone/>
              <a:defRPr sz="10430" b="1">
                <a:solidFill>
                  <a:schemeClr val="tx1"/>
                </a:solidFill>
                <a:latin typeface="+mj-lt"/>
                <a:ea typeface="+mj-lt"/>
                <a:cs typeface="+mj-lt"/>
              </a:defRPr>
            </a:lvl6pPr>
            <a:lvl7pPr marL="0" indent="0" algn="ctr">
              <a:lnSpc>
                <a:spcPct val="110000"/>
              </a:lnSpc>
              <a:spcBef>
                <a:spcPts val="0"/>
              </a:spcBef>
              <a:spcAft>
                <a:spcPts val="0"/>
              </a:spcAft>
              <a:buNone/>
              <a:defRPr sz="10430" b="1">
                <a:solidFill>
                  <a:schemeClr val="tx1"/>
                </a:solidFill>
                <a:latin typeface="+mj-lt"/>
                <a:ea typeface="+mj-lt"/>
                <a:cs typeface="+mj-lt"/>
              </a:defRPr>
            </a:lvl7pPr>
            <a:lvl8pPr marL="0" indent="0" algn="ctr">
              <a:lnSpc>
                <a:spcPct val="110000"/>
              </a:lnSpc>
              <a:spcBef>
                <a:spcPts val="0"/>
              </a:spcBef>
              <a:spcAft>
                <a:spcPts val="0"/>
              </a:spcAft>
              <a:buNone/>
              <a:defRPr sz="10430" b="1">
                <a:solidFill>
                  <a:schemeClr val="tx1"/>
                </a:solidFill>
                <a:latin typeface="+mj-lt"/>
                <a:ea typeface="+mj-lt"/>
                <a:cs typeface="+mj-lt"/>
              </a:defRPr>
            </a:lvl8pPr>
            <a:lvl9pPr marL="0" indent="0" algn="ctr">
              <a:lnSpc>
                <a:spcPct val="110000"/>
              </a:lnSpc>
              <a:spcBef>
                <a:spcPts val="0"/>
              </a:spcBef>
              <a:spcAft>
                <a:spcPts val="0"/>
              </a:spcAft>
              <a:buNone/>
              <a:defRPr sz="1043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B1ACC9-7A30-438F-97D5-E8EDE990048A}"/>
              </a:ext>
            </a:extLst>
          </p:cNvPr>
          <p:cNvSpPr>
            <a:spLocks xmlns:a="http://schemas.openxmlformats.org/drawingml/2006/main" noGrp="1"/>
          </p:cNvSpPr>
          <p:nvPr>
            <p:ph type="title" idx="0"/>
          </p:nvPr>
        </p:nvSpPr>
        <p:spPr>
          <a:xfrm xmlns:a="http://schemas.openxmlformats.org/drawingml/2006/main">
            <a:off x="1703025" y="3329200"/>
            <a:ext cx="26869950" cy="5231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8195" b="1">
                <a:solidFill>
                  <a:schemeClr val="tx1"/>
                </a:solidFill>
                <a:latin typeface="+mj-lt"/>
                <a:ea typeface="+mj-lt"/>
                <a:cs typeface="+mj-lt"/>
              </a:defRPr>
            </a:defPPr>
            <a:lvl1pPr marL="0" indent="0" algn="l">
              <a:lnSpc>
                <a:spcPct val="110000"/>
              </a:lnSpc>
              <a:spcBef>
                <a:spcPts val="0"/>
              </a:spcBef>
              <a:spcAft>
                <a:spcPts val="0"/>
              </a:spcAft>
              <a:buNone/>
              <a:defRPr sz="8195" b="1">
                <a:solidFill>
                  <a:schemeClr val="tx1"/>
                </a:solidFill>
                <a:latin typeface="+mj-lt"/>
                <a:ea typeface="+mj-lt"/>
                <a:cs typeface="+mj-lt"/>
              </a:defRPr>
            </a:lvl1pPr>
            <a:lvl2pPr marL="0" indent="0" algn="l">
              <a:lnSpc>
                <a:spcPct val="110000"/>
              </a:lnSpc>
              <a:spcBef>
                <a:spcPts val="0"/>
              </a:spcBef>
              <a:spcAft>
                <a:spcPts val="0"/>
              </a:spcAft>
              <a:buNone/>
              <a:defRPr sz="8195" b="1">
                <a:solidFill>
                  <a:schemeClr val="tx1"/>
                </a:solidFill>
                <a:latin typeface="+mj-lt"/>
                <a:ea typeface="+mj-lt"/>
                <a:cs typeface="+mj-lt"/>
              </a:defRPr>
            </a:lvl2pPr>
            <a:lvl3pPr marL="0" indent="0" algn="l">
              <a:lnSpc>
                <a:spcPct val="110000"/>
              </a:lnSpc>
              <a:spcBef>
                <a:spcPts val="0"/>
              </a:spcBef>
              <a:spcAft>
                <a:spcPts val="0"/>
              </a:spcAft>
              <a:buNone/>
              <a:defRPr sz="8195" b="1">
                <a:solidFill>
                  <a:schemeClr val="tx1"/>
                </a:solidFill>
                <a:latin typeface="+mj-lt"/>
                <a:ea typeface="+mj-lt"/>
                <a:cs typeface="+mj-lt"/>
              </a:defRPr>
            </a:lvl3pPr>
            <a:lvl4pPr marL="0" indent="0" algn="l">
              <a:lnSpc>
                <a:spcPct val="110000"/>
              </a:lnSpc>
              <a:spcBef>
                <a:spcPts val="0"/>
              </a:spcBef>
              <a:spcAft>
                <a:spcPts val="0"/>
              </a:spcAft>
              <a:buNone/>
              <a:defRPr sz="8195" b="1">
                <a:solidFill>
                  <a:schemeClr val="tx1"/>
                </a:solidFill>
                <a:latin typeface="+mj-lt"/>
                <a:ea typeface="+mj-lt"/>
                <a:cs typeface="+mj-lt"/>
              </a:defRPr>
            </a:lvl4pPr>
            <a:lvl5pPr marL="0" indent="0" algn="l">
              <a:lnSpc>
                <a:spcPct val="110000"/>
              </a:lnSpc>
              <a:spcBef>
                <a:spcPts val="0"/>
              </a:spcBef>
              <a:spcAft>
                <a:spcPts val="0"/>
              </a:spcAft>
              <a:buNone/>
              <a:defRPr sz="8195" b="1">
                <a:solidFill>
                  <a:schemeClr val="tx1"/>
                </a:solidFill>
                <a:latin typeface="+mj-lt"/>
                <a:ea typeface="+mj-lt"/>
                <a:cs typeface="+mj-lt"/>
              </a:defRPr>
            </a:lvl5pPr>
            <a:lvl6pPr marL="0" indent="0" algn="l">
              <a:lnSpc>
                <a:spcPct val="110000"/>
              </a:lnSpc>
              <a:spcBef>
                <a:spcPts val="0"/>
              </a:spcBef>
              <a:spcAft>
                <a:spcPts val="0"/>
              </a:spcAft>
              <a:buNone/>
              <a:defRPr sz="8195" b="1">
                <a:solidFill>
                  <a:schemeClr val="tx1"/>
                </a:solidFill>
                <a:latin typeface="+mj-lt"/>
                <a:ea typeface="+mj-lt"/>
                <a:cs typeface="+mj-lt"/>
              </a:defRPr>
            </a:lvl6pPr>
            <a:lvl7pPr marL="0" indent="0" algn="l">
              <a:lnSpc>
                <a:spcPct val="110000"/>
              </a:lnSpc>
              <a:spcBef>
                <a:spcPts val="0"/>
              </a:spcBef>
              <a:spcAft>
                <a:spcPts val="0"/>
              </a:spcAft>
              <a:buNone/>
              <a:defRPr sz="8195" b="1">
                <a:solidFill>
                  <a:schemeClr val="tx1"/>
                </a:solidFill>
                <a:latin typeface="+mj-lt"/>
                <a:ea typeface="+mj-lt"/>
                <a:cs typeface="+mj-lt"/>
              </a:defRPr>
            </a:lvl7pPr>
            <a:lvl8pPr marL="0" indent="0" algn="l">
              <a:lnSpc>
                <a:spcPct val="110000"/>
              </a:lnSpc>
              <a:spcBef>
                <a:spcPts val="0"/>
              </a:spcBef>
              <a:spcAft>
                <a:spcPts val="0"/>
              </a:spcAft>
              <a:buNone/>
              <a:defRPr sz="8195" b="1">
                <a:solidFill>
                  <a:schemeClr val="tx1"/>
                </a:solidFill>
                <a:latin typeface="+mj-lt"/>
                <a:ea typeface="+mj-lt"/>
                <a:cs typeface="+mj-lt"/>
              </a:defRPr>
            </a:lvl8pPr>
            <a:lvl9pPr marL="0" indent="0" algn="l">
              <a:lnSpc>
                <a:spcPct val="110000"/>
              </a:lnSpc>
              <a:spcBef>
                <a:spcPts val="0"/>
              </a:spcBef>
              <a:spcAft>
                <a:spcPts val="0"/>
              </a:spcAft>
              <a:buNone/>
              <a:defRPr sz="819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5EFBCA2-20F2-4E97-9BD4-5B2233119729}"/>
              </a:ext>
            </a:extLst>
          </p:cNvPr>
          <p:cNvSpPr>
            <a:spLocks xmlns:a="http://schemas.openxmlformats.org/drawingml/2006/main" noGrp="1"/>
          </p:cNvSpPr>
          <p:nvPr>
            <p:ph type="body" idx="1"/>
          </p:nvPr>
        </p:nvSpPr>
        <p:spPr>
          <a:xfrm xmlns:a="http://schemas.openxmlformats.org/drawingml/2006/main">
            <a:off x="1703025" y="11890000"/>
            <a:ext cx="26869950" cy="26633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5587" b="0">
                <a:solidFill>
                  <a:schemeClr val="tx1"/>
                </a:solidFill>
                <a:latin typeface="+mn-lt"/>
                <a:ea typeface="+mn-lt"/>
                <a:cs typeface="+mn-lt"/>
              </a:defRPr>
            </a:defPPr>
            <a:lvl1pPr marL="567675" indent="-567675" algn="l">
              <a:lnSpc>
                <a:spcPct val="110000"/>
              </a:lnSpc>
              <a:spcBef>
                <a:spcPts val="0"/>
              </a:spcBef>
              <a:spcAft>
                <a:spcPts val="2980"/>
              </a:spcAft>
              <a:buChar char="•"/>
              <a:defRPr sz="5587" b="0">
                <a:solidFill>
                  <a:schemeClr val="tx1"/>
                </a:solidFill>
                <a:latin typeface="+mn-lt"/>
                <a:ea typeface="+mn-lt"/>
                <a:cs typeface="+mn-lt"/>
              </a:defRPr>
            </a:lvl1pPr>
            <a:lvl2pPr marL="1324575" indent="-567675" algn="l">
              <a:lnSpc>
                <a:spcPct val="110000"/>
              </a:lnSpc>
              <a:spcBef>
                <a:spcPts val="0"/>
              </a:spcBef>
              <a:spcAft>
                <a:spcPts val="2980"/>
              </a:spcAft>
              <a:buChar char="•"/>
              <a:defRPr sz="5587" b="0">
                <a:solidFill>
                  <a:schemeClr val="tx1"/>
                </a:solidFill>
                <a:latin typeface="+mn-lt"/>
                <a:ea typeface="+mn-lt"/>
                <a:cs typeface="+mn-lt"/>
              </a:defRPr>
            </a:lvl2pPr>
            <a:lvl3pPr marL="2081475" indent="-567675" algn="l">
              <a:lnSpc>
                <a:spcPct val="110000"/>
              </a:lnSpc>
              <a:spcBef>
                <a:spcPts val="0"/>
              </a:spcBef>
              <a:spcAft>
                <a:spcPts val="2980"/>
              </a:spcAft>
              <a:buChar char="•"/>
              <a:defRPr sz="5587" b="0">
                <a:solidFill>
                  <a:schemeClr val="tx1"/>
                </a:solidFill>
                <a:latin typeface="+mn-lt"/>
                <a:ea typeface="+mn-lt"/>
                <a:cs typeface="+mn-lt"/>
              </a:defRPr>
            </a:lvl3pPr>
            <a:lvl4pPr marL="2838375" indent="-567675" algn="l">
              <a:lnSpc>
                <a:spcPct val="110000"/>
              </a:lnSpc>
              <a:spcBef>
                <a:spcPts val="0"/>
              </a:spcBef>
              <a:spcAft>
                <a:spcPts val="2980"/>
              </a:spcAft>
              <a:buChar char="•"/>
              <a:defRPr sz="5587" b="0">
                <a:solidFill>
                  <a:schemeClr val="tx1"/>
                </a:solidFill>
                <a:latin typeface="+mn-lt"/>
                <a:ea typeface="+mn-lt"/>
                <a:cs typeface="+mn-lt"/>
              </a:defRPr>
            </a:lvl4pPr>
            <a:lvl5pPr marL="3595275" indent="-567675" algn="l">
              <a:lnSpc>
                <a:spcPct val="110000"/>
              </a:lnSpc>
              <a:spcBef>
                <a:spcPts val="0"/>
              </a:spcBef>
              <a:spcAft>
                <a:spcPts val="2980"/>
              </a:spcAft>
              <a:buChar char="•"/>
              <a:defRPr sz="5587" b="0">
                <a:solidFill>
                  <a:schemeClr val="tx1"/>
                </a:solidFill>
                <a:latin typeface="+mn-lt"/>
                <a:ea typeface="+mn-lt"/>
                <a:cs typeface="+mn-lt"/>
              </a:defRPr>
            </a:lvl5pPr>
            <a:lvl6pPr marL="4352175" indent="-567675" algn="l">
              <a:lnSpc>
                <a:spcPct val="110000"/>
              </a:lnSpc>
              <a:spcBef>
                <a:spcPts val="0"/>
              </a:spcBef>
              <a:spcAft>
                <a:spcPts val="2980"/>
              </a:spcAft>
              <a:buChar char="•"/>
              <a:defRPr sz="5587" b="0">
                <a:solidFill>
                  <a:schemeClr val="tx1"/>
                </a:solidFill>
                <a:latin typeface="+mn-lt"/>
                <a:ea typeface="+mn-lt"/>
                <a:cs typeface="+mn-lt"/>
              </a:defRPr>
            </a:lvl6pPr>
            <a:lvl7pPr marL="5109075" indent="-567675" algn="l">
              <a:lnSpc>
                <a:spcPct val="110000"/>
              </a:lnSpc>
              <a:spcBef>
                <a:spcPts val="0"/>
              </a:spcBef>
              <a:spcAft>
                <a:spcPts val="2980"/>
              </a:spcAft>
              <a:buChar char="•"/>
              <a:defRPr sz="5587" b="0">
                <a:solidFill>
                  <a:schemeClr val="tx1"/>
                </a:solidFill>
                <a:latin typeface="+mn-lt"/>
                <a:ea typeface="+mn-lt"/>
                <a:cs typeface="+mn-lt"/>
              </a:defRPr>
            </a:lvl7pPr>
            <a:lvl8pPr marL="5865975" indent="-567675" algn="l">
              <a:lnSpc>
                <a:spcPct val="110000"/>
              </a:lnSpc>
              <a:spcBef>
                <a:spcPts val="0"/>
              </a:spcBef>
              <a:spcAft>
                <a:spcPts val="2980"/>
              </a:spcAft>
              <a:buChar char="•"/>
              <a:defRPr sz="5587" b="0">
                <a:solidFill>
                  <a:schemeClr val="tx1"/>
                </a:solidFill>
                <a:latin typeface="+mn-lt"/>
                <a:ea typeface="+mn-lt"/>
                <a:cs typeface="+mn-lt"/>
              </a:defRPr>
            </a:lvl8pPr>
            <a:lvl9pPr marL="6622875" indent="-567675" algn="l">
              <a:lnSpc>
                <a:spcPct val="110000"/>
              </a:lnSpc>
              <a:spcBef>
                <a:spcPts val="0"/>
              </a:spcBef>
              <a:spcAft>
                <a:spcPts val="2980"/>
              </a:spcAft>
              <a:buChar char="•"/>
              <a:defRPr sz="5587"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FF11359F-69F2-40A2-8C41-1DDBB41C29F6}"/>
              </a:ext>
            </a:extLst>
          </p:cNvPr>
          <p:cNvSpPr>
            <a:spLocks xmlns:a="http://schemas.openxmlformats.org/drawingml/2006/main" noGrp="1"/>
          </p:cNvSpPr>
          <p:nvPr>
            <p:ph type="title" idx="0"/>
          </p:nvPr>
        </p:nvSpPr>
        <p:spPr>
          <a:xfrm xmlns:a="http://schemas.openxmlformats.org/drawingml/2006/main">
            <a:off x="1703025" y="3329200"/>
            <a:ext cx="26869950" cy="5231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8195" b="1">
                <a:solidFill>
                  <a:schemeClr val="tx1"/>
                </a:solidFill>
                <a:latin typeface="+mj-lt"/>
                <a:ea typeface="+mj-lt"/>
                <a:cs typeface="+mj-lt"/>
              </a:defRPr>
            </a:defPPr>
            <a:lvl1pPr marL="0" indent="0" algn="l">
              <a:lnSpc>
                <a:spcPct val="110000"/>
              </a:lnSpc>
              <a:spcBef>
                <a:spcPts val="0"/>
              </a:spcBef>
              <a:spcAft>
                <a:spcPts val="0"/>
              </a:spcAft>
              <a:buNone/>
              <a:defRPr sz="8195" b="1">
                <a:solidFill>
                  <a:schemeClr val="tx1"/>
                </a:solidFill>
                <a:latin typeface="+mj-lt"/>
                <a:ea typeface="+mj-lt"/>
                <a:cs typeface="+mj-lt"/>
              </a:defRPr>
            </a:lvl1pPr>
            <a:lvl2pPr marL="0" indent="0" algn="l">
              <a:lnSpc>
                <a:spcPct val="110000"/>
              </a:lnSpc>
              <a:spcBef>
                <a:spcPts val="0"/>
              </a:spcBef>
              <a:spcAft>
                <a:spcPts val="0"/>
              </a:spcAft>
              <a:buNone/>
              <a:defRPr sz="8195" b="1">
                <a:solidFill>
                  <a:schemeClr val="tx1"/>
                </a:solidFill>
                <a:latin typeface="+mj-lt"/>
                <a:ea typeface="+mj-lt"/>
                <a:cs typeface="+mj-lt"/>
              </a:defRPr>
            </a:lvl2pPr>
            <a:lvl3pPr marL="0" indent="0" algn="l">
              <a:lnSpc>
                <a:spcPct val="110000"/>
              </a:lnSpc>
              <a:spcBef>
                <a:spcPts val="0"/>
              </a:spcBef>
              <a:spcAft>
                <a:spcPts val="0"/>
              </a:spcAft>
              <a:buNone/>
              <a:defRPr sz="8195" b="1">
                <a:solidFill>
                  <a:schemeClr val="tx1"/>
                </a:solidFill>
                <a:latin typeface="+mj-lt"/>
                <a:ea typeface="+mj-lt"/>
                <a:cs typeface="+mj-lt"/>
              </a:defRPr>
            </a:lvl3pPr>
            <a:lvl4pPr marL="0" indent="0" algn="l">
              <a:lnSpc>
                <a:spcPct val="110000"/>
              </a:lnSpc>
              <a:spcBef>
                <a:spcPts val="0"/>
              </a:spcBef>
              <a:spcAft>
                <a:spcPts val="0"/>
              </a:spcAft>
              <a:buNone/>
              <a:defRPr sz="8195" b="1">
                <a:solidFill>
                  <a:schemeClr val="tx1"/>
                </a:solidFill>
                <a:latin typeface="+mj-lt"/>
                <a:ea typeface="+mj-lt"/>
                <a:cs typeface="+mj-lt"/>
              </a:defRPr>
            </a:lvl4pPr>
            <a:lvl5pPr marL="0" indent="0" algn="l">
              <a:lnSpc>
                <a:spcPct val="110000"/>
              </a:lnSpc>
              <a:spcBef>
                <a:spcPts val="0"/>
              </a:spcBef>
              <a:spcAft>
                <a:spcPts val="0"/>
              </a:spcAft>
              <a:buNone/>
              <a:defRPr sz="8195" b="1">
                <a:solidFill>
                  <a:schemeClr val="tx1"/>
                </a:solidFill>
                <a:latin typeface="+mj-lt"/>
                <a:ea typeface="+mj-lt"/>
                <a:cs typeface="+mj-lt"/>
              </a:defRPr>
            </a:lvl5pPr>
            <a:lvl6pPr marL="0" indent="0" algn="l">
              <a:lnSpc>
                <a:spcPct val="110000"/>
              </a:lnSpc>
              <a:spcBef>
                <a:spcPts val="0"/>
              </a:spcBef>
              <a:spcAft>
                <a:spcPts val="0"/>
              </a:spcAft>
              <a:buNone/>
              <a:defRPr sz="8195" b="1">
                <a:solidFill>
                  <a:schemeClr val="tx1"/>
                </a:solidFill>
                <a:latin typeface="+mj-lt"/>
                <a:ea typeface="+mj-lt"/>
                <a:cs typeface="+mj-lt"/>
              </a:defRPr>
            </a:lvl6pPr>
            <a:lvl7pPr marL="0" indent="0" algn="l">
              <a:lnSpc>
                <a:spcPct val="110000"/>
              </a:lnSpc>
              <a:spcBef>
                <a:spcPts val="0"/>
              </a:spcBef>
              <a:spcAft>
                <a:spcPts val="0"/>
              </a:spcAft>
              <a:buNone/>
              <a:defRPr sz="8195" b="1">
                <a:solidFill>
                  <a:schemeClr val="tx1"/>
                </a:solidFill>
                <a:latin typeface="+mj-lt"/>
                <a:ea typeface="+mj-lt"/>
                <a:cs typeface="+mj-lt"/>
              </a:defRPr>
            </a:lvl7pPr>
            <a:lvl8pPr marL="0" indent="0" algn="l">
              <a:lnSpc>
                <a:spcPct val="110000"/>
              </a:lnSpc>
              <a:spcBef>
                <a:spcPts val="0"/>
              </a:spcBef>
              <a:spcAft>
                <a:spcPts val="0"/>
              </a:spcAft>
              <a:buNone/>
              <a:defRPr sz="8195" b="1">
                <a:solidFill>
                  <a:schemeClr val="tx1"/>
                </a:solidFill>
                <a:latin typeface="+mj-lt"/>
                <a:ea typeface="+mj-lt"/>
                <a:cs typeface="+mj-lt"/>
              </a:defRPr>
            </a:lvl8pPr>
            <a:lvl9pPr marL="0" indent="0" algn="l">
              <a:lnSpc>
                <a:spcPct val="110000"/>
              </a:lnSpc>
              <a:spcBef>
                <a:spcPts val="0"/>
              </a:spcBef>
              <a:spcAft>
                <a:spcPts val="0"/>
              </a:spcAft>
              <a:buNone/>
              <a:defRPr sz="819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649F8B9-8B09-4496-883B-93AA4FBC96A5}"/>
              </a:ext>
            </a:extLst>
          </p:cNvPr>
          <p:cNvSpPr>
            <a:spLocks xmlns:a="http://schemas.openxmlformats.org/drawingml/2006/main" noGrp="1"/>
          </p:cNvSpPr>
          <p:nvPr>
            <p:ph type="body" idx="1"/>
          </p:nvPr>
        </p:nvSpPr>
        <p:spPr>
          <a:xfrm xmlns:a="http://schemas.openxmlformats.org/drawingml/2006/main">
            <a:off x="1703025" y="11890000"/>
            <a:ext cx="12488850" cy="26633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5215" b="0">
                <a:solidFill>
                  <a:schemeClr val="tx1"/>
                </a:solidFill>
                <a:latin typeface="+mn-lt"/>
                <a:ea typeface="+mn-lt"/>
                <a:cs typeface="+mn-lt"/>
              </a:defRPr>
            </a:defPPr>
            <a:lvl1pPr marL="567675" indent="-567675" algn="l">
              <a:lnSpc>
                <a:spcPct val="110000"/>
              </a:lnSpc>
              <a:spcBef>
                <a:spcPts val="0"/>
              </a:spcBef>
              <a:spcAft>
                <a:spcPts val="2980"/>
              </a:spcAft>
              <a:buChar char="•"/>
              <a:defRPr sz="5215" b="0">
                <a:solidFill>
                  <a:schemeClr val="tx1"/>
                </a:solidFill>
                <a:latin typeface="+mn-lt"/>
                <a:ea typeface="+mn-lt"/>
                <a:cs typeface="+mn-lt"/>
              </a:defRPr>
            </a:lvl1pPr>
            <a:lvl2pPr marL="1324575" indent="-567675" algn="l">
              <a:lnSpc>
                <a:spcPct val="110000"/>
              </a:lnSpc>
              <a:spcBef>
                <a:spcPts val="0"/>
              </a:spcBef>
              <a:spcAft>
                <a:spcPts val="2980"/>
              </a:spcAft>
              <a:buChar char="•"/>
              <a:defRPr sz="5215" b="0">
                <a:solidFill>
                  <a:schemeClr val="tx1"/>
                </a:solidFill>
                <a:latin typeface="+mn-lt"/>
                <a:ea typeface="+mn-lt"/>
                <a:cs typeface="+mn-lt"/>
              </a:defRPr>
            </a:lvl2pPr>
            <a:lvl3pPr marL="2081475" indent="-567675" algn="l">
              <a:lnSpc>
                <a:spcPct val="110000"/>
              </a:lnSpc>
              <a:spcBef>
                <a:spcPts val="0"/>
              </a:spcBef>
              <a:spcAft>
                <a:spcPts val="2980"/>
              </a:spcAft>
              <a:buChar char="•"/>
              <a:defRPr sz="5215" b="0">
                <a:solidFill>
                  <a:schemeClr val="tx1"/>
                </a:solidFill>
                <a:latin typeface="+mn-lt"/>
                <a:ea typeface="+mn-lt"/>
                <a:cs typeface="+mn-lt"/>
              </a:defRPr>
            </a:lvl3pPr>
            <a:lvl4pPr marL="2838375" indent="-567675" algn="l">
              <a:lnSpc>
                <a:spcPct val="110000"/>
              </a:lnSpc>
              <a:spcBef>
                <a:spcPts val="0"/>
              </a:spcBef>
              <a:spcAft>
                <a:spcPts val="2980"/>
              </a:spcAft>
              <a:buChar char="•"/>
              <a:defRPr sz="5215" b="0">
                <a:solidFill>
                  <a:schemeClr val="tx1"/>
                </a:solidFill>
                <a:latin typeface="+mn-lt"/>
                <a:ea typeface="+mn-lt"/>
                <a:cs typeface="+mn-lt"/>
              </a:defRPr>
            </a:lvl4pPr>
            <a:lvl5pPr marL="3595275" indent="-567675" algn="l">
              <a:lnSpc>
                <a:spcPct val="110000"/>
              </a:lnSpc>
              <a:spcBef>
                <a:spcPts val="0"/>
              </a:spcBef>
              <a:spcAft>
                <a:spcPts val="2980"/>
              </a:spcAft>
              <a:buChar char="•"/>
              <a:defRPr sz="5215" b="0">
                <a:solidFill>
                  <a:schemeClr val="tx1"/>
                </a:solidFill>
                <a:latin typeface="+mn-lt"/>
                <a:ea typeface="+mn-lt"/>
                <a:cs typeface="+mn-lt"/>
              </a:defRPr>
            </a:lvl5pPr>
            <a:lvl6pPr marL="4352175" indent="-567675" algn="l">
              <a:lnSpc>
                <a:spcPct val="110000"/>
              </a:lnSpc>
              <a:spcBef>
                <a:spcPts val="0"/>
              </a:spcBef>
              <a:spcAft>
                <a:spcPts val="2980"/>
              </a:spcAft>
              <a:buChar char="•"/>
              <a:defRPr sz="5215" b="0">
                <a:solidFill>
                  <a:schemeClr val="tx1"/>
                </a:solidFill>
                <a:latin typeface="+mn-lt"/>
                <a:ea typeface="+mn-lt"/>
                <a:cs typeface="+mn-lt"/>
              </a:defRPr>
            </a:lvl6pPr>
            <a:lvl7pPr marL="5109075" indent="-567675" algn="l">
              <a:lnSpc>
                <a:spcPct val="110000"/>
              </a:lnSpc>
              <a:spcBef>
                <a:spcPts val="0"/>
              </a:spcBef>
              <a:spcAft>
                <a:spcPts val="2980"/>
              </a:spcAft>
              <a:buChar char="•"/>
              <a:defRPr sz="5215" b="0">
                <a:solidFill>
                  <a:schemeClr val="tx1"/>
                </a:solidFill>
                <a:latin typeface="+mn-lt"/>
                <a:ea typeface="+mn-lt"/>
                <a:cs typeface="+mn-lt"/>
              </a:defRPr>
            </a:lvl7pPr>
            <a:lvl8pPr marL="5865975" indent="-567675" algn="l">
              <a:lnSpc>
                <a:spcPct val="110000"/>
              </a:lnSpc>
              <a:spcBef>
                <a:spcPts val="0"/>
              </a:spcBef>
              <a:spcAft>
                <a:spcPts val="2980"/>
              </a:spcAft>
              <a:buChar char="•"/>
              <a:defRPr sz="5215" b="0">
                <a:solidFill>
                  <a:schemeClr val="tx1"/>
                </a:solidFill>
                <a:latin typeface="+mn-lt"/>
                <a:ea typeface="+mn-lt"/>
                <a:cs typeface="+mn-lt"/>
              </a:defRPr>
            </a:lvl8pPr>
            <a:lvl9pPr marL="6622875" indent="-567675" algn="l">
              <a:lnSpc>
                <a:spcPct val="110000"/>
              </a:lnSpc>
              <a:spcBef>
                <a:spcPts val="0"/>
              </a:spcBef>
              <a:spcAft>
                <a:spcPts val="2980"/>
              </a:spcAft>
              <a:buChar char="•"/>
              <a:defRPr sz="521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37344EC-BA20-4E5B-9BB8-DEDA3C511E62}"/>
              </a:ext>
            </a:extLst>
          </p:cNvPr>
          <p:cNvSpPr>
            <a:spLocks xmlns:a="http://schemas.openxmlformats.org/drawingml/2006/main" noGrp="1"/>
          </p:cNvSpPr>
          <p:nvPr>
            <p:ph type="body" idx="2"/>
          </p:nvPr>
        </p:nvSpPr>
        <p:spPr>
          <a:xfrm xmlns:a="http://schemas.openxmlformats.org/drawingml/2006/main">
            <a:off x="16084125" y="11890000"/>
            <a:ext cx="12488850" cy="26633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5215" b="0">
                <a:solidFill>
                  <a:schemeClr val="tx1"/>
                </a:solidFill>
                <a:latin typeface="+mn-lt"/>
                <a:ea typeface="+mn-lt"/>
                <a:cs typeface="+mn-lt"/>
              </a:defRPr>
            </a:defPPr>
            <a:lvl1pPr marL="567675" indent="-567675" algn="l">
              <a:lnSpc>
                <a:spcPct val="110000"/>
              </a:lnSpc>
              <a:spcBef>
                <a:spcPts val="0"/>
              </a:spcBef>
              <a:spcAft>
                <a:spcPts val="2980"/>
              </a:spcAft>
              <a:buChar char="•"/>
              <a:defRPr sz="5215" b="0">
                <a:solidFill>
                  <a:schemeClr val="tx1"/>
                </a:solidFill>
                <a:latin typeface="+mn-lt"/>
                <a:ea typeface="+mn-lt"/>
                <a:cs typeface="+mn-lt"/>
              </a:defRPr>
            </a:lvl1pPr>
            <a:lvl2pPr marL="1324575" indent="-567675" algn="l">
              <a:lnSpc>
                <a:spcPct val="110000"/>
              </a:lnSpc>
              <a:spcBef>
                <a:spcPts val="0"/>
              </a:spcBef>
              <a:spcAft>
                <a:spcPts val="2980"/>
              </a:spcAft>
              <a:buChar char="•"/>
              <a:defRPr sz="5215" b="0">
                <a:solidFill>
                  <a:schemeClr val="tx1"/>
                </a:solidFill>
                <a:latin typeface="+mn-lt"/>
                <a:ea typeface="+mn-lt"/>
                <a:cs typeface="+mn-lt"/>
              </a:defRPr>
            </a:lvl2pPr>
            <a:lvl3pPr marL="2081475" indent="-567675" algn="l">
              <a:lnSpc>
                <a:spcPct val="110000"/>
              </a:lnSpc>
              <a:spcBef>
                <a:spcPts val="0"/>
              </a:spcBef>
              <a:spcAft>
                <a:spcPts val="2980"/>
              </a:spcAft>
              <a:buChar char="•"/>
              <a:defRPr sz="5215" b="0">
                <a:solidFill>
                  <a:schemeClr val="tx1"/>
                </a:solidFill>
                <a:latin typeface="+mn-lt"/>
                <a:ea typeface="+mn-lt"/>
                <a:cs typeface="+mn-lt"/>
              </a:defRPr>
            </a:lvl3pPr>
            <a:lvl4pPr marL="2838375" indent="-567675" algn="l">
              <a:lnSpc>
                <a:spcPct val="110000"/>
              </a:lnSpc>
              <a:spcBef>
                <a:spcPts val="0"/>
              </a:spcBef>
              <a:spcAft>
                <a:spcPts val="2980"/>
              </a:spcAft>
              <a:buChar char="•"/>
              <a:defRPr sz="5215" b="0">
                <a:solidFill>
                  <a:schemeClr val="tx1"/>
                </a:solidFill>
                <a:latin typeface="+mn-lt"/>
                <a:ea typeface="+mn-lt"/>
                <a:cs typeface="+mn-lt"/>
              </a:defRPr>
            </a:lvl4pPr>
            <a:lvl5pPr marL="3595275" indent="-567675" algn="l">
              <a:lnSpc>
                <a:spcPct val="110000"/>
              </a:lnSpc>
              <a:spcBef>
                <a:spcPts val="0"/>
              </a:spcBef>
              <a:spcAft>
                <a:spcPts val="2980"/>
              </a:spcAft>
              <a:buChar char="•"/>
              <a:defRPr sz="5215" b="0">
                <a:solidFill>
                  <a:schemeClr val="tx1"/>
                </a:solidFill>
                <a:latin typeface="+mn-lt"/>
                <a:ea typeface="+mn-lt"/>
                <a:cs typeface="+mn-lt"/>
              </a:defRPr>
            </a:lvl5pPr>
            <a:lvl6pPr marL="4352175" indent="-567675" algn="l">
              <a:lnSpc>
                <a:spcPct val="110000"/>
              </a:lnSpc>
              <a:spcBef>
                <a:spcPts val="0"/>
              </a:spcBef>
              <a:spcAft>
                <a:spcPts val="2980"/>
              </a:spcAft>
              <a:buChar char="•"/>
              <a:defRPr sz="5215" b="0">
                <a:solidFill>
                  <a:schemeClr val="tx1"/>
                </a:solidFill>
                <a:latin typeface="+mn-lt"/>
                <a:ea typeface="+mn-lt"/>
                <a:cs typeface="+mn-lt"/>
              </a:defRPr>
            </a:lvl6pPr>
            <a:lvl7pPr marL="5109075" indent="-567675" algn="l">
              <a:lnSpc>
                <a:spcPct val="110000"/>
              </a:lnSpc>
              <a:spcBef>
                <a:spcPts val="0"/>
              </a:spcBef>
              <a:spcAft>
                <a:spcPts val="2980"/>
              </a:spcAft>
              <a:buChar char="•"/>
              <a:defRPr sz="5215" b="0">
                <a:solidFill>
                  <a:schemeClr val="tx1"/>
                </a:solidFill>
                <a:latin typeface="+mn-lt"/>
                <a:ea typeface="+mn-lt"/>
                <a:cs typeface="+mn-lt"/>
              </a:defRPr>
            </a:lvl7pPr>
            <a:lvl8pPr marL="5865975" indent="-567675" algn="l">
              <a:lnSpc>
                <a:spcPct val="110000"/>
              </a:lnSpc>
              <a:spcBef>
                <a:spcPts val="0"/>
              </a:spcBef>
              <a:spcAft>
                <a:spcPts val="2980"/>
              </a:spcAft>
              <a:buChar char="•"/>
              <a:defRPr sz="5215" b="0">
                <a:solidFill>
                  <a:schemeClr val="tx1"/>
                </a:solidFill>
                <a:latin typeface="+mn-lt"/>
                <a:ea typeface="+mn-lt"/>
                <a:cs typeface="+mn-lt"/>
              </a:defRPr>
            </a:lvl8pPr>
            <a:lvl9pPr marL="6622875" indent="-567675" algn="l">
              <a:lnSpc>
                <a:spcPct val="110000"/>
              </a:lnSpc>
              <a:spcBef>
                <a:spcPts val="0"/>
              </a:spcBef>
              <a:spcAft>
                <a:spcPts val="2980"/>
              </a:spcAft>
              <a:buChar char="•"/>
              <a:defRPr sz="521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84CABD4-0401-43E9-AF33-999C103EA60E}"/>
              </a:ext>
            </a:extLst>
          </p:cNvPr>
          <p:cNvSpPr>
            <a:spLocks xmlns:a="http://schemas.openxmlformats.org/drawingml/2006/main" noGrp="1"/>
          </p:cNvSpPr>
          <p:nvPr>
            <p:ph type="title" idx="0"/>
          </p:nvPr>
        </p:nvSpPr>
        <p:spPr>
          <a:xfrm xmlns:a="http://schemas.openxmlformats.org/drawingml/2006/main">
            <a:off x="1703025" y="3329200"/>
            <a:ext cx="26869950" cy="5231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8195" b="1">
                <a:solidFill>
                  <a:schemeClr val="tx1"/>
                </a:solidFill>
                <a:latin typeface="+mj-lt"/>
                <a:ea typeface="+mj-lt"/>
                <a:cs typeface="+mj-lt"/>
              </a:defRPr>
            </a:defPPr>
            <a:lvl1pPr marL="0" indent="0" algn="l">
              <a:lnSpc>
                <a:spcPct val="110000"/>
              </a:lnSpc>
              <a:spcBef>
                <a:spcPts val="0"/>
              </a:spcBef>
              <a:spcAft>
                <a:spcPts val="0"/>
              </a:spcAft>
              <a:buNone/>
              <a:defRPr sz="8195" b="1">
                <a:solidFill>
                  <a:schemeClr val="tx1"/>
                </a:solidFill>
                <a:latin typeface="+mj-lt"/>
                <a:ea typeface="+mj-lt"/>
                <a:cs typeface="+mj-lt"/>
              </a:defRPr>
            </a:lvl1pPr>
            <a:lvl2pPr marL="0" indent="0" algn="l">
              <a:lnSpc>
                <a:spcPct val="110000"/>
              </a:lnSpc>
              <a:spcBef>
                <a:spcPts val="0"/>
              </a:spcBef>
              <a:spcAft>
                <a:spcPts val="0"/>
              </a:spcAft>
              <a:buNone/>
              <a:defRPr sz="8195" b="1">
                <a:solidFill>
                  <a:schemeClr val="tx1"/>
                </a:solidFill>
                <a:latin typeface="+mj-lt"/>
                <a:ea typeface="+mj-lt"/>
                <a:cs typeface="+mj-lt"/>
              </a:defRPr>
            </a:lvl2pPr>
            <a:lvl3pPr marL="0" indent="0" algn="l">
              <a:lnSpc>
                <a:spcPct val="110000"/>
              </a:lnSpc>
              <a:spcBef>
                <a:spcPts val="0"/>
              </a:spcBef>
              <a:spcAft>
                <a:spcPts val="0"/>
              </a:spcAft>
              <a:buNone/>
              <a:defRPr sz="8195" b="1">
                <a:solidFill>
                  <a:schemeClr val="tx1"/>
                </a:solidFill>
                <a:latin typeface="+mj-lt"/>
                <a:ea typeface="+mj-lt"/>
                <a:cs typeface="+mj-lt"/>
              </a:defRPr>
            </a:lvl3pPr>
            <a:lvl4pPr marL="0" indent="0" algn="l">
              <a:lnSpc>
                <a:spcPct val="110000"/>
              </a:lnSpc>
              <a:spcBef>
                <a:spcPts val="0"/>
              </a:spcBef>
              <a:spcAft>
                <a:spcPts val="0"/>
              </a:spcAft>
              <a:buNone/>
              <a:defRPr sz="8195" b="1">
                <a:solidFill>
                  <a:schemeClr val="tx1"/>
                </a:solidFill>
                <a:latin typeface="+mj-lt"/>
                <a:ea typeface="+mj-lt"/>
                <a:cs typeface="+mj-lt"/>
              </a:defRPr>
            </a:lvl4pPr>
            <a:lvl5pPr marL="0" indent="0" algn="l">
              <a:lnSpc>
                <a:spcPct val="110000"/>
              </a:lnSpc>
              <a:spcBef>
                <a:spcPts val="0"/>
              </a:spcBef>
              <a:spcAft>
                <a:spcPts val="0"/>
              </a:spcAft>
              <a:buNone/>
              <a:defRPr sz="8195" b="1">
                <a:solidFill>
                  <a:schemeClr val="tx1"/>
                </a:solidFill>
                <a:latin typeface="+mj-lt"/>
                <a:ea typeface="+mj-lt"/>
                <a:cs typeface="+mj-lt"/>
              </a:defRPr>
            </a:lvl5pPr>
            <a:lvl6pPr marL="0" indent="0" algn="l">
              <a:lnSpc>
                <a:spcPct val="110000"/>
              </a:lnSpc>
              <a:spcBef>
                <a:spcPts val="0"/>
              </a:spcBef>
              <a:spcAft>
                <a:spcPts val="0"/>
              </a:spcAft>
              <a:buNone/>
              <a:defRPr sz="8195" b="1">
                <a:solidFill>
                  <a:schemeClr val="tx1"/>
                </a:solidFill>
                <a:latin typeface="+mj-lt"/>
                <a:ea typeface="+mj-lt"/>
                <a:cs typeface="+mj-lt"/>
              </a:defRPr>
            </a:lvl6pPr>
            <a:lvl7pPr marL="0" indent="0" algn="l">
              <a:lnSpc>
                <a:spcPct val="110000"/>
              </a:lnSpc>
              <a:spcBef>
                <a:spcPts val="0"/>
              </a:spcBef>
              <a:spcAft>
                <a:spcPts val="0"/>
              </a:spcAft>
              <a:buNone/>
              <a:defRPr sz="8195" b="1">
                <a:solidFill>
                  <a:schemeClr val="tx1"/>
                </a:solidFill>
                <a:latin typeface="+mj-lt"/>
                <a:ea typeface="+mj-lt"/>
                <a:cs typeface="+mj-lt"/>
              </a:defRPr>
            </a:lvl7pPr>
            <a:lvl8pPr marL="0" indent="0" algn="l">
              <a:lnSpc>
                <a:spcPct val="110000"/>
              </a:lnSpc>
              <a:spcBef>
                <a:spcPts val="0"/>
              </a:spcBef>
              <a:spcAft>
                <a:spcPts val="0"/>
              </a:spcAft>
              <a:buNone/>
              <a:defRPr sz="8195" b="1">
                <a:solidFill>
                  <a:schemeClr val="tx1"/>
                </a:solidFill>
                <a:latin typeface="+mj-lt"/>
                <a:ea typeface="+mj-lt"/>
                <a:cs typeface="+mj-lt"/>
              </a:defRPr>
            </a:lvl8pPr>
            <a:lvl9pPr marL="0" indent="0" algn="l">
              <a:lnSpc>
                <a:spcPct val="110000"/>
              </a:lnSpc>
              <a:spcBef>
                <a:spcPts val="0"/>
              </a:spcBef>
              <a:spcAft>
                <a:spcPts val="0"/>
              </a:spcAft>
              <a:buNone/>
              <a:defRPr sz="819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DF4CCAD-8D21-4D1D-9E5F-3BAE4C2F9165}"/>
              </a:ext>
            </a:extLst>
          </p:cNvPr>
          <p:cNvSpPr>
            <a:spLocks xmlns:a="http://schemas.openxmlformats.org/drawingml/2006/main" noGrp="1"/>
          </p:cNvSpPr>
          <p:nvPr>
            <p:ph type="body" idx="1"/>
          </p:nvPr>
        </p:nvSpPr>
        <p:spPr>
          <a:xfrm xmlns:a="http://schemas.openxmlformats.org/drawingml/2006/main">
            <a:off x="1703025" y="11890000"/>
            <a:ext cx="12488850" cy="26633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5587" b="0">
                <a:solidFill>
                  <a:schemeClr val="tx1"/>
                </a:solidFill>
                <a:latin typeface="+mn-lt"/>
                <a:ea typeface="+mn-lt"/>
                <a:cs typeface="+mn-lt"/>
              </a:defRPr>
            </a:defPPr>
            <a:lvl1pPr marL="567675" indent="-567675" algn="l">
              <a:lnSpc>
                <a:spcPct val="110000"/>
              </a:lnSpc>
              <a:spcBef>
                <a:spcPts val="0"/>
              </a:spcBef>
              <a:spcAft>
                <a:spcPts val="2980"/>
              </a:spcAft>
              <a:buChar char="•"/>
              <a:defRPr sz="5587" b="0">
                <a:solidFill>
                  <a:schemeClr val="tx1"/>
                </a:solidFill>
                <a:latin typeface="+mn-lt"/>
                <a:ea typeface="+mn-lt"/>
                <a:cs typeface="+mn-lt"/>
              </a:defRPr>
            </a:lvl1pPr>
            <a:lvl2pPr marL="1324575" indent="-567675" algn="l">
              <a:lnSpc>
                <a:spcPct val="110000"/>
              </a:lnSpc>
              <a:spcBef>
                <a:spcPts val="0"/>
              </a:spcBef>
              <a:spcAft>
                <a:spcPts val="2980"/>
              </a:spcAft>
              <a:buChar char="•"/>
              <a:defRPr sz="5587" b="0">
                <a:solidFill>
                  <a:schemeClr val="tx1"/>
                </a:solidFill>
                <a:latin typeface="+mn-lt"/>
                <a:ea typeface="+mn-lt"/>
                <a:cs typeface="+mn-lt"/>
              </a:defRPr>
            </a:lvl2pPr>
            <a:lvl3pPr marL="2081475" indent="-567675" algn="l">
              <a:lnSpc>
                <a:spcPct val="110000"/>
              </a:lnSpc>
              <a:spcBef>
                <a:spcPts val="0"/>
              </a:spcBef>
              <a:spcAft>
                <a:spcPts val="2980"/>
              </a:spcAft>
              <a:buChar char="•"/>
              <a:defRPr sz="5587" b="0">
                <a:solidFill>
                  <a:schemeClr val="tx1"/>
                </a:solidFill>
                <a:latin typeface="+mn-lt"/>
                <a:ea typeface="+mn-lt"/>
                <a:cs typeface="+mn-lt"/>
              </a:defRPr>
            </a:lvl3pPr>
            <a:lvl4pPr marL="2838375" indent="-567675" algn="l">
              <a:lnSpc>
                <a:spcPct val="110000"/>
              </a:lnSpc>
              <a:spcBef>
                <a:spcPts val="0"/>
              </a:spcBef>
              <a:spcAft>
                <a:spcPts val="2980"/>
              </a:spcAft>
              <a:buChar char="•"/>
              <a:defRPr sz="5587" b="0">
                <a:solidFill>
                  <a:schemeClr val="tx1"/>
                </a:solidFill>
                <a:latin typeface="+mn-lt"/>
                <a:ea typeface="+mn-lt"/>
                <a:cs typeface="+mn-lt"/>
              </a:defRPr>
            </a:lvl4pPr>
            <a:lvl5pPr marL="3595275" indent="-567675" algn="l">
              <a:lnSpc>
                <a:spcPct val="110000"/>
              </a:lnSpc>
              <a:spcBef>
                <a:spcPts val="0"/>
              </a:spcBef>
              <a:spcAft>
                <a:spcPts val="2980"/>
              </a:spcAft>
              <a:buChar char="•"/>
              <a:defRPr sz="5587" b="0">
                <a:solidFill>
                  <a:schemeClr val="tx1"/>
                </a:solidFill>
                <a:latin typeface="+mn-lt"/>
                <a:ea typeface="+mn-lt"/>
                <a:cs typeface="+mn-lt"/>
              </a:defRPr>
            </a:lvl5pPr>
            <a:lvl6pPr marL="4352175" indent="-567675" algn="l">
              <a:lnSpc>
                <a:spcPct val="110000"/>
              </a:lnSpc>
              <a:spcBef>
                <a:spcPts val="0"/>
              </a:spcBef>
              <a:spcAft>
                <a:spcPts val="2980"/>
              </a:spcAft>
              <a:buChar char="•"/>
              <a:defRPr sz="5587" b="0">
                <a:solidFill>
                  <a:schemeClr val="tx1"/>
                </a:solidFill>
                <a:latin typeface="+mn-lt"/>
                <a:ea typeface="+mn-lt"/>
                <a:cs typeface="+mn-lt"/>
              </a:defRPr>
            </a:lvl6pPr>
            <a:lvl7pPr marL="5109075" indent="-567675" algn="l">
              <a:lnSpc>
                <a:spcPct val="110000"/>
              </a:lnSpc>
              <a:spcBef>
                <a:spcPts val="0"/>
              </a:spcBef>
              <a:spcAft>
                <a:spcPts val="2980"/>
              </a:spcAft>
              <a:buChar char="•"/>
              <a:defRPr sz="5587" b="0">
                <a:solidFill>
                  <a:schemeClr val="tx1"/>
                </a:solidFill>
                <a:latin typeface="+mn-lt"/>
                <a:ea typeface="+mn-lt"/>
                <a:cs typeface="+mn-lt"/>
              </a:defRPr>
            </a:lvl7pPr>
            <a:lvl8pPr marL="5865975" indent="-567675" algn="l">
              <a:lnSpc>
                <a:spcPct val="110000"/>
              </a:lnSpc>
              <a:spcBef>
                <a:spcPts val="0"/>
              </a:spcBef>
              <a:spcAft>
                <a:spcPts val="2980"/>
              </a:spcAft>
              <a:buChar char="•"/>
              <a:defRPr sz="5587" b="0">
                <a:solidFill>
                  <a:schemeClr val="tx1"/>
                </a:solidFill>
                <a:latin typeface="+mn-lt"/>
                <a:ea typeface="+mn-lt"/>
                <a:cs typeface="+mn-lt"/>
              </a:defRPr>
            </a:lvl8pPr>
            <a:lvl9pPr marL="6622875" indent="-567675" algn="l">
              <a:lnSpc>
                <a:spcPct val="110000"/>
              </a:lnSpc>
              <a:spcBef>
                <a:spcPts val="0"/>
              </a:spcBef>
              <a:spcAft>
                <a:spcPts val="2980"/>
              </a:spcAft>
              <a:buChar char="•"/>
              <a:defRPr sz="5587"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4afc7b7cd94050" /><Relationship Type="http://schemas.openxmlformats.org/officeDocument/2006/relationships/slideLayout" Target="/ppt/slideLayouts/slideLayout1.xml" Id="Rd3d23ccf86cb47bf" /><Relationship Type="http://schemas.openxmlformats.org/officeDocument/2006/relationships/slideLayout" Target="/ppt/slideLayouts/slideLayout2.xml" Id="R451fef7f40804714" /><Relationship Type="http://schemas.openxmlformats.org/officeDocument/2006/relationships/slideLayout" Target="/ppt/slideLayouts/slideLayout3.xml" Id="Rf8d1c760d285436b" /><Relationship Type="http://schemas.openxmlformats.org/officeDocument/2006/relationships/slideLayout" Target="/ppt/slideLayouts/slideLayout4.xml" Id="R1c2fcb9368784f21" /><Relationship Type="http://schemas.openxmlformats.org/officeDocument/2006/relationships/slideLayout" Target="/ppt/slideLayouts/slideLayout5.xml" Id="R9ad335a78d3f4520" /><Relationship Type="http://schemas.openxmlformats.org/officeDocument/2006/relationships/slideLayout" Target="/ppt/slideLayouts/slideLayout6.xml" Id="Ra2fd830c9bf34d7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3d23ccf86cb47bf"/>
    <p:sldLayoutId xmlns:r="http://schemas.openxmlformats.org/officeDocument/2006/relationships" id="2147483650" r:id="R451fef7f40804714"/>
    <p:sldLayoutId xmlns:r="http://schemas.openxmlformats.org/officeDocument/2006/relationships" id="2147483651" r:id="Rf8d1c760d285436b"/>
    <p:sldLayoutId xmlns:r="http://schemas.openxmlformats.org/officeDocument/2006/relationships" id="2147483652" r:id="R1c2fcb9368784f21"/>
    <p:sldLayoutId xmlns:r="http://schemas.openxmlformats.org/officeDocument/2006/relationships" id="2147483653" r:id="R9ad335a78d3f4520"/>
    <p:sldLayoutId xmlns:r="http://schemas.openxmlformats.org/officeDocument/2006/relationships" id="2147483654" r:id="Ra2fd830c9bf34d7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4db422253224a1f" /><Relationship Type="http://schemas.openxmlformats.org/officeDocument/2006/relationships/image" Target="/ppt/media/image.jpeg" Id="R46de1d9c7e204e96" /><Relationship Type="http://schemas.openxmlformats.org/officeDocument/2006/relationships/image" Target="/ppt/media/image2.jpeg" Id="R39440e474f6e4407" /><Relationship Type="http://schemas.openxmlformats.org/officeDocument/2006/relationships/image" Target="/ppt/media/image3.jpeg" Id="R2619efaa843a47cd" /><Relationship Type="http://schemas.openxmlformats.org/officeDocument/2006/relationships/image" Target="/ppt/media/image4.jpeg" Id="R0e63d9875954472a" /><Relationship Type="http://schemas.openxmlformats.org/officeDocument/2006/relationships/notesSlide" Target="/ppt/notesSlides/notesSlide1.xml" Id="Ra05d90bed309478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1" name="">
            <a:extLst xmlns:a="http://schemas.openxmlformats.org/drawingml/2006/main">
              <a:ext uri="{FF2B5EF4-FFF2-40B4-BE49-F238E27FC236}">
                <a16:creationId xmlns:a16="http://schemas.microsoft.com/office/drawing/2014/main" id="{C2BA364D-360F-4324-A9A3-3CCC9EA8155D}"/>
              </a:ext>
            </a:extLst>
          </p:cNvPr>
          <p:cNvSpPr>
            <a:spLocks xmlns:a="http://schemas.openxmlformats.org/drawingml/2006/main" noGrp="1"/>
          </p:cNvSpPr>
          <p:nvPr/>
        </p:nvSpPr>
        <p:spPr>
          <a:xfrm xmlns:a="http://schemas.openxmlformats.org/drawingml/2006/main">
            <a:off x="0" y="0"/>
            <a:ext cx="30276000" cy="266700"/>
          </a:xfrm>
          <a:prstGeom xmlns:a="http://schemas.openxmlformats.org/drawingml/2006/main" prst="rect">
            <a:avLst/>
          </a:prstGeom>
          <a:solidFill xmlns:a="http://schemas.openxmlformats.org/drawingml/2006/main">
            <a:srgbClr val="009BB5"/>
          </a:solidFill>
          <a:ln xmlns:a="http://schemas.openxmlformats.org/drawingml/2006/main" w="0">
            <a:solidFill>
              <a:srgbClr val="009BB5"/>
            </a:solidFill>
            <a:prstDash val="solid"/>
          </a:ln>
        </p:spPr>
      </p:sp>
      <p:sp>
        <p:nvSpPr>
          <p:cNvPr id="2" name="">
            <a:extLst xmlns:a="http://schemas.openxmlformats.org/drawingml/2006/main">
              <a:ext uri="{FF2B5EF4-FFF2-40B4-BE49-F238E27FC236}">
                <a16:creationId xmlns:a16="http://schemas.microsoft.com/office/drawing/2014/main" id="{C5892DCC-0646-4D47-9EBA-35C966C34A7C}"/>
              </a:ext>
            </a:extLst>
          </p:cNvPr>
          <p:cNvSpPr>
            <a:spLocks xmlns:a="http://schemas.openxmlformats.org/drawingml/2006/main" noGrp="1"/>
          </p:cNvSpPr>
          <p:nvPr/>
        </p:nvSpPr>
        <p:spPr>
          <a:xfrm xmlns:a="http://schemas.openxmlformats.org/drawingml/2006/main">
            <a:off x="714375" y="666750"/>
            <a:ext cx="1952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2025" b="1">
                <a:solidFill>
                  <a:srgbClr val="009BB5"/>
                </a:solidFill>
                <a:latin typeface="Arial"/>
                <a:ea typeface="Arial"/>
                <a:cs typeface="Arial"/>
              </a:defRPr>
            </a:defPPr>
            <a:lvl1pPr>
              <a:defRPr sz="2025" b="1">
                <a:solidFill>
                  <a:srgbClr val="009BB5"/>
                </a:solidFill>
                <a:latin typeface="Arial"/>
                <a:ea typeface="Arial"/>
                <a:cs typeface="Arial"/>
              </a:defRPr>
            </a:lvl1pPr>
            <a:lvl2pPr>
              <a:defRPr sz="2025" b="1">
                <a:solidFill>
                  <a:srgbClr val="009BB5"/>
                </a:solidFill>
                <a:latin typeface="Arial"/>
                <a:ea typeface="Arial"/>
                <a:cs typeface="Arial"/>
              </a:defRPr>
            </a:lvl2pPr>
            <a:lvl3pPr>
              <a:defRPr sz="2025" b="1">
                <a:solidFill>
                  <a:srgbClr val="009BB5"/>
                </a:solidFill>
                <a:latin typeface="Arial"/>
                <a:ea typeface="Arial"/>
                <a:cs typeface="Arial"/>
              </a:defRPr>
            </a:lvl3pPr>
            <a:lvl4pPr>
              <a:defRPr sz="2025" b="1">
                <a:solidFill>
                  <a:srgbClr val="009BB5"/>
                </a:solidFill>
                <a:latin typeface="Arial"/>
                <a:ea typeface="Arial"/>
                <a:cs typeface="Arial"/>
              </a:defRPr>
            </a:lvl4pPr>
            <a:lvl5pPr>
              <a:defRPr sz="2025" b="1">
                <a:solidFill>
                  <a:srgbClr val="009BB5"/>
                </a:solidFill>
                <a:latin typeface="Arial"/>
                <a:ea typeface="Arial"/>
                <a:cs typeface="Arial"/>
              </a:defRPr>
            </a:lvl5pPr>
            <a:lvl6pPr>
              <a:defRPr sz="2025" b="1">
                <a:solidFill>
                  <a:srgbClr val="009BB5"/>
                </a:solidFill>
                <a:latin typeface="Arial"/>
                <a:ea typeface="Arial"/>
                <a:cs typeface="Arial"/>
              </a:defRPr>
            </a:lvl6pPr>
            <a:lvl7pPr>
              <a:defRPr sz="2025" b="1">
                <a:solidFill>
                  <a:srgbClr val="009BB5"/>
                </a:solidFill>
                <a:latin typeface="Arial"/>
                <a:ea typeface="Arial"/>
                <a:cs typeface="Arial"/>
              </a:defRPr>
            </a:lvl7pPr>
            <a:lvl8pPr>
              <a:defRPr sz="2025" b="1">
                <a:solidFill>
                  <a:srgbClr val="009BB5"/>
                </a:solidFill>
                <a:latin typeface="Arial"/>
                <a:ea typeface="Arial"/>
                <a:cs typeface="Arial"/>
              </a:defRPr>
            </a:lvl8pPr>
            <a:lvl9pPr>
              <a:defRPr sz="2025" b="1">
                <a:solidFill>
                  <a:srgbClr val="009BB5"/>
                </a:solidFill>
                <a:latin typeface="Arial"/>
                <a:ea typeface="Arial"/>
                <a:cs typeface="Arial"/>
              </a:defRPr>
            </a:lvl9pPr>
          </a:lstStyle>
          <a:p xmlns:a="http://schemas.openxmlformats.org/drawingml/2006/main">
            <a:pPr>
              <a:defRPr sz="2025" b="1">
                <a:solidFill>
                  <a:srgbClr val="009BB5"/>
                </a:solidFill>
                <a:latin typeface="Arial"/>
                <a:ea typeface="Arial"/>
                <a:cs typeface="Arial"/>
              </a:defRPr>
            </a:pPr>
            <a:r>
              <a:rPr sz="2025" b="1">
                <a:solidFill>
                  <a:srgbClr val="009BB5"/>
                </a:solidFill>
                <a:latin typeface="Arial"/>
                <a:ea typeface="Arial"/>
                <a:cs typeface="Arial"/>
              </a:rPr>
              <a:t>PLANET PIONEERS · AIAS+ 2026 STUDENT SHOWCASE</a:t>
            </a:r>
          </a:p>
        </p:txBody>
      </p:sp>
      <p:sp>
        <p:nvSpPr>
          <p:cNvPr id="3" name="">
            <a:extLst xmlns:a="http://schemas.openxmlformats.org/drawingml/2006/main">
              <a:ext uri="{FF2B5EF4-FFF2-40B4-BE49-F238E27FC236}">
                <a16:creationId xmlns:a16="http://schemas.microsoft.com/office/drawing/2014/main" id="{0937FD87-BD2B-456E-BD00-58CF5F60F553}"/>
              </a:ext>
            </a:extLst>
          </p:cNvPr>
          <p:cNvSpPr>
            <a:spLocks xmlns:a="http://schemas.openxmlformats.org/drawingml/2006/main" noGrp="1"/>
          </p:cNvSpPr>
          <p:nvPr/>
        </p:nvSpPr>
        <p:spPr>
          <a:xfrm xmlns:a="http://schemas.openxmlformats.org/drawingml/2006/main">
            <a:off x="714375" y="1190625"/>
            <a:ext cx="24193500" cy="2000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5400" b="1">
                <a:solidFill>
                  <a:srgbClr val="0A2C46"/>
                </a:solidFill>
                <a:latin typeface="Arial"/>
                <a:ea typeface="Arial"/>
                <a:cs typeface="Arial"/>
              </a:defRPr>
            </a:defPPr>
            <a:lvl1pPr>
              <a:defRPr sz="5400" b="1">
                <a:solidFill>
                  <a:srgbClr val="0A2C46"/>
                </a:solidFill>
                <a:latin typeface="Arial"/>
                <a:ea typeface="Arial"/>
                <a:cs typeface="Arial"/>
              </a:defRPr>
            </a:lvl1pPr>
            <a:lvl2pPr>
              <a:defRPr sz="5400" b="1">
                <a:solidFill>
                  <a:srgbClr val="0A2C46"/>
                </a:solidFill>
                <a:latin typeface="Arial"/>
                <a:ea typeface="Arial"/>
                <a:cs typeface="Arial"/>
              </a:defRPr>
            </a:lvl2pPr>
            <a:lvl3pPr>
              <a:defRPr sz="5400" b="1">
                <a:solidFill>
                  <a:srgbClr val="0A2C46"/>
                </a:solidFill>
                <a:latin typeface="Arial"/>
                <a:ea typeface="Arial"/>
                <a:cs typeface="Arial"/>
              </a:defRPr>
            </a:lvl3pPr>
            <a:lvl4pPr>
              <a:defRPr sz="5400" b="1">
                <a:solidFill>
                  <a:srgbClr val="0A2C46"/>
                </a:solidFill>
                <a:latin typeface="Arial"/>
                <a:ea typeface="Arial"/>
                <a:cs typeface="Arial"/>
              </a:defRPr>
            </a:lvl4pPr>
            <a:lvl5pPr>
              <a:defRPr sz="5400" b="1">
                <a:solidFill>
                  <a:srgbClr val="0A2C46"/>
                </a:solidFill>
                <a:latin typeface="Arial"/>
                <a:ea typeface="Arial"/>
                <a:cs typeface="Arial"/>
              </a:defRPr>
            </a:lvl5pPr>
            <a:lvl6pPr>
              <a:defRPr sz="5400" b="1">
                <a:solidFill>
                  <a:srgbClr val="0A2C46"/>
                </a:solidFill>
                <a:latin typeface="Arial"/>
                <a:ea typeface="Arial"/>
                <a:cs typeface="Arial"/>
              </a:defRPr>
            </a:lvl6pPr>
            <a:lvl7pPr>
              <a:defRPr sz="5400" b="1">
                <a:solidFill>
                  <a:srgbClr val="0A2C46"/>
                </a:solidFill>
                <a:latin typeface="Arial"/>
                <a:ea typeface="Arial"/>
                <a:cs typeface="Arial"/>
              </a:defRPr>
            </a:lvl7pPr>
            <a:lvl8pPr>
              <a:defRPr sz="5400" b="1">
                <a:solidFill>
                  <a:srgbClr val="0A2C46"/>
                </a:solidFill>
                <a:latin typeface="Arial"/>
                <a:ea typeface="Arial"/>
                <a:cs typeface="Arial"/>
              </a:defRPr>
            </a:lvl8pPr>
            <a:lvl9pPr>
              <a:defRPr sz="5400" b="1">
                <a:solidFill>
                  <a:srgbClr val="0A2C46"/>
                </a:solidFill>
                <a:latin typeface="Arial"/>
                <a:ea typeface="Arial"/>
                <a:cs typeface="Arial"/>
              </a:defRPr>
            </a:lvl9pPr>
          </a:lstStyle>
          <a:p xmlns:a="http://schemas.openxmlformats.org/drawingml/2006/main">
            <a:pPr>
              <a:defRPr sz="5400" b="1">
                <a:solidFill>
                  <a:srgbClr val="0A2C46"/>
                </a:solidFill>
                <a:latin typeface="Arial"/>
                <a:ea typeface="Arial"/>
                <a:cs typeface="Arial"/>
              </a:defRPr>
            </a:pPr>
            <a:r>
              <a:rPr sz="5400" b="1">
                <a:solidFill>
                  <a:srgbClr val="0A2C46"/>
                </a:solidFill>
                <a:latin typeface="Arial"/>
                <a:ea typeface="Arial"/>
                <a:cs typeface="Arial"/>
              </a:rPr>
              <a:t>ExoPlain: An Interactive, Explainable AI Platform</a:t>
            </a:r>
          </a:p>
          <a:p xmlns:a="http://schemas.openxmlformats.org/drawingml/2006/main">
            <a:pPr>
              <a:defRPr sz="5400" b="1">
                <a:solidFill>
                  <a:srgbClr val="0A2C46"/>
                </a:solidFill>
                <a:latin typeface="Arial"/>
                <a:ea typeface="Arial"/>
                <a:cs typeface="Arial"/>
              </a:defRPr>
            </a:pPr>
            <a:r>
              <a:rPr sz="5400" b="1">
                <a:solidFill>
                  <a:srgbClr val="0A2C46"/>
                </a:solidFill>
                <a:latin typeface="Arial"/>
                <a:ea typeface="Arial"/>
                <a:cs typeface="Arial"/>
              </a:rPr>
              <a:t>for Exoplanet Discovery</a:t>
            </a:r>
          </a:p>
        </p:txBody>
      </p:sp>
      <p:sp>
        <p:nvSpPr>
          <p:cNvPr id="4" name="">
            <a:extLst xmlns:a="http://schemas.openxmlformats.org/drawingml/2006/main">
              <a:ext uri="{FF2B5EF4-FFF2-40B4-BE49-F238E27FC236}">
                <a16:creationId xmlns:a16="http://schemas.microsoft.com/office/drawing/2014/main" id="{A04DE984-BB60-458C-9831-CBA9C57A3F85}"/>
              </a:ext>
            </a:extLst>
          </p:cNvPr>
          <p:cNvSpPr>
            <a:spLocks xmlns:a="http://schemas.openxmlformats.org/drawingml/2006/main" noGrp="1"/>
          </p:cNvSpPr>
          <p:nvPr/>
        </p:nvSpPr>
        <p:spPr>
          <a:xfrm xmlns:a="http://schemas.openxmlformats.org/drawingml/2006/main">
            <a:off x="714375" y="3238500"/>
            <a:ext cx="2381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2550" b="1">
                <a:solidFill>
                  <a:srgbClr val="009BB5"/>
                </a:solidFill>
                <a:latin typeface="Arial"/>
                <a:ea typeface="Arial"/>
                <a:cs typeface="Arial"/>
              </a:defRPr>
            </a:defPPr>
            <a:lvl1pPr>
              <a:defRPr sz="2550" b="1">
                <a:solidFill>
                  <a:srgbClr val="009BB5"/>
                </a:solidFill>
                <a:latin typeface="Arial"/>
                <a:ea typeface="Arial"/>
                <a:cs typeface="Arial"/>
              </a:defRPr>
            </a:lvl1pPr>
            <a:lvl2pPr>
              <a:defRPr sz="2550" b="1">
                <a:solidFill>
                  <a:srgbClr val="009BB5"/>
                </a:solidFill>
                <a:latin typeface="Arial"/>
                <a:ea typeface="Arial"/>
                <a:cs typeface="Arial"/>
              </a:defRPr>
            </a:lvl2pPr>
            <a:lvl3pPr>
              <a:defRPr sz="2550" b="1">
                <a:solidFill>
                  <a:srgbClr val="009BB5"/>
                </a:solidFill>
                <a:latin typeface="Arial"/>
                <a:ea typeface="Arial"/>
                <a:cs typeface="Arial"/>
              </a:defRPr>
            </a:lvl3pPr>
            <a:lvl4pPr>
              <a:defRPr sz="2550" b="1">
                <a:solidFill>
                  <a:srgbClr val="009BB5"/>
                </a:solidFill>
                <a:latin typeface="Arial"/>
                <a:ea typeface="Arial"/>
                <a:cs typeface="Arial"/>
              </a:defRPr>
            </a:lvl4pPr>
            <a:lvl5pPr>
              <a:defRPr sz="2550" b="1">
                <a:solidFill>
                  <a:srgbClr val="009BB5"/>
                </a:solidFill>
                <a:latin typeface="Arial"/>
                <a:ea typeface="Arial"/>
                <a:cs typeface="Arial"/>
              </a:defRPr>
            </a:lvl5pPr>
            <a:lvl6pPr>
              <a:defRPr sz="2550" b="1">
                <a:solidFill>
                  <a:srgbClr val="009BB5"/>
                </a:solidFill>
                <a:latin typeface="Arial"/>
                <a:ea typeface="Arial"/>
                <a:cs typeface="Arial"/>
              </a:defRPr>
            </a:lvl6pPr>
            <a:lvl7pPr>
              <a:defRPr sz="2550" b="1">
                <a:solidFill>
                  <a:srgbClr val="009BB5"/>
                </a:solidFill>
                <a:latin typeface="Arial"/>
                <a:ea typeface="Arial"/>
                <a:cs typeface="Arial"/>
              </a:defRPr>
            </a:lvl7pPr>
            <a:lvl8pPr>
              <a:defRPr sz="2550" b="1">
                <a:solidFill>
                  <a:srgbClr val="009BB5"/>
                </a:solidFill>
                <a:latin typeface="Arial"/>
                <a:ea typeface="Arial"/>
                <a:cs typeface="Arial"/>
              </a:defRPr>
            </a:lvl8pPr>
            <a:lvl9pPr>
              <a:defRPr sz="2550" b="1">
                <a:solidFill>
                  <a:srgbClr val="009BB5"/>
                </a:solidFill>
                <a:latin typeface="Arial"/>
                <a:ea typeface="Arial"/>
                <a:cs typeface="Arial"/>
              </a:defRPr>
            </a:lvl9pPr>
          </a:lstStyle>
          <a:p xmlns:a="http://schemas.openxmlformats.org/drawingml/2006/main">
            <a:pPr>
              <a:defRPr sz="2550" b="1">
                <a:solidFill>
                  <a:srgbClr val="009BB5"/>
                </a:solidFill>
                <a:latin typeface="Arial"/>
                <a:ea typeface="Arial"/>
                <a:cs typeface="Arial"/>
              </a:defRPr>
            </a:pPr>
            <a:r>
              <a:rPr sz="2550" b="1">
                <a:solidFill>
                  <a:srgbClr val="009BB5"/>
                </a:solidFill>
                <a:latin typeface="Arial"/>
                <a:ea typeface="Arial"/>
                <a:cs typeface="Arial"/>
              </a:rPr>
              <a:t>From TESS light curves and candidate parameters to interpretable evidence for human review</a:t>
            </a:r>
          </a:p>
        </p:txBody>
      </p:sp>
      <p:sp>
        <p:nvSpPr>
          <p:cNvPr id="5" name="">
            <a:extLst xmlns:a="http://schemas.openxmlformats.org/drawingml/2006/main">
              <a:ext uri="{FF2B5EF4-FFF2-40B4-BE49-F238E27FC236}">
                <a16:creationId xmlns:a16="http://schemas.microsoft.com/office/drawing/2014/main" id="{F4431239-F602-4AA7-A7B5-88E69BCCEA04}"/>
              </a:ext>
            </a:extLst>
          </p:cNvPr>
          <p:cNvSpPr>
            <a:spLocks xmlns:a="http://schemas.openxmlformats.org/drawingml/2006/main" noGrp="1"/>
          </p:cNvSpPr>
          <p:nvPr/>
        </p:nvSpPr>
        <p:spPr>
          <a:xfrm xmlns:a="http://schemas.openxmlformats.org/drawingml/2006/main">
            <a:off x="714375" y="4000500"/>
            <a:ext cx="24050625" cy="904875"/>
          </a:xfrm>
          <a:prstGeom xmlns:a="http://schemas.openxmlformats.org/drawingml/2006/main" prst="rect">
            <a:avLst/>
          </a:prstGeom>
          <a:solidFill xmlns:a="http://schemas.openxmlformats.org/drawingml/2006/main">
            <a:srgbClr val="EAF5F8"/>
          </a:solidFill>
          <a:ln xmlns:a="http://schemas.openxmlformats.org/drawingml/2006/main" w="0">
            <a:solidFill>
              <a:srgbClr val="EAF5F8"/>
            </a:solidFill>
            <a:prstDash val="solid"/>
          </a:ln>
        </p:spPr>
      </p:sp>
      <p:sp>
        <p:nvSpPr>
          <p:cNvPr id="6" name="">
            <a:extLst xmlns:a="http://schemas.openxmlformats.org/drawingml/2006/main">
              <a:ext uri="{FF2B5EF4-FFF2-40B4-BE49-F238E27FC236}">
                <a16:creationId xmlns:a16="http://schemas.microsoft.com/office/drawing/2014/main" id="{3A83CC9C-07C1-4508-A7AF-871D918E7F53}"/>
              </a:ext>
            </a:extLst>
          </p:cNvPr>
          <p:cNvSpPr>
            <a:spLocks xmlns:a="http://schemas.openxmlformats.org/drawingml/2006/main" noGrp="1"/>
          </p:cNvSpPr>
          <p:nvPr/>
        </p:nvSpPr>
        <p:spPr>
          <a:xfrm xmlns:a="http://schemas.openxmlformats.org/drawingml/2006/main">
            <a:off x="876300" y="4095750"/>
            <a:ext cx="235267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725" b="0">
                <a:solidFill>
                  <a:srgbClr val="122B3D"/>
                </a:solidFill>
                <a:latin typeface="Arial"/>
                <a:ea typeface="Arial"/>
                <a:cs typeface="Arial"/>
              </a:defRPr>
            </a:defPPr>
            <a:lvl1pPr>
              <a:defRPr sz="1725" b="0">
                <a:solidFill>
                  <a:srgbClr val="122B3D"/>
                </a:solidFill>
                <a:latin typeface="Arial"/>
                <a:ea typeface="Arial"/>
                <a:cs typeface="Arial"/>
              </a:defRPr>
            </a:lvl1pPr>
            <a:lvl2pPr>
              <a:defRPr sz="1725" b="0">
                <a:solidFill>
                  <a:srgbClr val="122B3D"/>
                </a:solidFill>
                <a:latin typeface="Arial"/>
                <a:ea typeface="Arial"/>
                <a:cs typeface="Arial"/>
              </a:defRPr>
            </a:lvl2pPr>
            <a:lvl3pPr>
              <a:defRPr sz="1725" b="0">
                <a:solidFill>
                  <a:srgbClr val="122B3D"/>
                </a:solidFill>
                <a:latin typeface="Arial"/>
                <a:ea typeface="Arial"/>
                <a:cs typeface="Arial"/>
              </a:defRPr>
            </a:lvl3pPr>
            <a:lvl4pPr>
              <a:defRPr sz="1725" b="0">
                <a:solidFill>
                  <a:srgbClr val="122B3D"/>
                </a:solidFill>
                <a:latin typeface="Arial"/>
                <a:ea typeface="Arial"/>
                <a:cs typeface="Arial"/>
              </a:defRPr>
            </a:lvl4pPr>
            <a:lvl5pPr>
              <a:defRPr sz="1725" b="0">
                <a:solidFill>
                  <a:srgbClr val="122B3D"/>
                </a:solidFill>
                <a:latin typeface="Arial"/>
                <a:ea typeface="Arial"/>
                <a:cs typeface="Arial"/>
              </a:defRPr>
            </a:lvl5pPr>
            <a:lvl6pPr>
              <a:defRPr sz="1725" b="0">
                <a:solidFill>
                  <a:srgbClr val="122B3D"/>
                </a:solidFill>
                <a:latin typeface="Arial"/>
                <a:ea typeface="Arial"/>
                <a:cs typeface="Arial"/>
              </a:defRPr>
            </a:lvl6pPr>
            <a:lvl7pPr>
              <a:defRPr sz="1725" b="0">
                <a:solidFill>
                  <a:srgbClr val="122B3D"/>
                </a:solidFill>
                <a:latin typeface="Arial"/>
                <a:ea typeface="Arial"/>
                <a:cs typeface="Arial"/>
              </a:defRPr>
            </a:lvl7pPr>
            <a:lvl8pPr>
              <a:defRPr sz="1725" b="0">
                <a:solidFill>
                  <a:srgbClr val="122B3D"/>
                </a:solidFill>
                <a:latin typeface="Arial"/>
                <a:ea typeface="Arial"/>
                <a:cs typeface="Arial"/>
              </a:defRPr>
            </a:lvl8pPr>
            <a:lvl9pPr>
              <a:defRPr sz="1725" b="0">
                <a:solidFill>
                  <a:srgbClr val="122B3D"/>
                </a:solidFill>
                <a:latin typeface="Arial"/>
                <a:ea typeface="Arial"/>
                <a:cs typeface="Arial"/>
              </a:defRPr>
            </a:lvl9pPr>
          </a:lstStyle>
          <a:p xmlns:a="http://schemas.openxmlformats.org/drawingml/2006/main">
            <a:pPr>
              <a:defRPr sz="1725" b="0">
                <a:solidFill>
                  <a:srgbClr val="122B3D"/>
                </a:solidFill>
                <a:latin typeface="Arial"/>
                <a:ea typeface="Arial"/>
                <a:cs typeface="Arial"/>
              </a:defRPr>
            </a:pPr>
            <a:r>
              <a:rPr sz="1725" b="0">
                <a:solidFill>
                  <a:srgbClr val="122B3D"/>
                </a:solidFill>
                <a:latin typeface="Arial"/>
                <a:ea typeface="Arial"/>
                <a:cs typeface="Arial"/>
              </a:rPr>
              <a:t>Planet Pioneers · Student research team · NASA Space Apps Challenge 2025</a:t>
            </a:r>
          </a:p>
          <a:p xmlns:a="http://schemas.openxmlformats.org/drawingml/2006/main">
            <a:pPr>
              <a:defRPr sz="1725" b="0">
                <a:solidFill>
                  <a:srgbClr val="122B3D"/>
                </a:solidFill>
                <a:latin typeface="Arial"/>
                <a:ea typeface="Arial"/>
                <a:cs typeface="Arial"/>
              </a:defRPr>
            </a:pPr>
            <a:r>
              <a:rPr sz="1725" b="0">
                <a:solidFill>
                  <a:srgbClr val="122B3D"/>
                </a:solidFill>
                <a:latin typeface="Arial"/>
                <a:ea typeface="Arial"/>
                <a:cs typeface="Arial"/>
              </a:rPr>
              <a:t>Authors: [student names] · School: [school] · Mentor: [mentor]</a:t>
            </a:r>
          </a:p>
        </p:txBody>
      </p:sp>
      <p:sp>
        <p:nvSpPr>
          <p:cNvPr id="7" name="">
            <a:extLst xmlns:a="http://schemas.openxmlformats.org/drawingml/2006/main">
              <a:ext uri="{FF2B5EF4-FFF2-40B4-BE49-F238E27FC236}">
                <a16:creationId xmlns:a16="http://schemas.microsoft.com/office/drawing/2014/main" id="{BC473BAC-5A5E-4A65-A8C2-80A8A883E143}"/>
              </a:ext>
            </a:extLst>
          </p:cNvPr>
          <p:cNvSpPr>
            <a:spLocks xmlns:a="http://schemas.openxmlformats.org/drawingml/2006/main" noGrp="1"/>
          </p:cNvSpPr>
          <p:nvPr/>
        </p:nvSpPr>
        <p:spPr>
          <a:xfrm xmlns:a="http://schemas.openxmlformats.org/drawingml/2006/main">
            <a:off x="25717500" y="714375"/>
            <a:ext cx="3714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900" b="1">
                <a:solidFill>
                  <a:srgbClr val="0A2C46"/>
                </a:solidFill>
                <a:latin typeface="Arial"/>
                <a:ea typeface="Arial"/>
                <a:cs typeface="Arial"/>
              </a:defRPr>
            </a:defPPr>
            <a:lvl1pPr>
              <a:defRPr sz="3900" b="1">
                <a:solidFill>
                  <a:srgbClr val="0A2C46"/>
                </a:solidFill>
                <a:latin typeface="Arial"/>
                <a:ea typeface="Arial"/>
                <a:cs typeface="Arial"/>
              </a:defRPr>
            </a:lvl1pPr>
            <a:lvl2pPr>
              <a:defRPr sz="3900" b="1">
                <a:solidFill>
                  <a:srgbClr val="0A2C46"/>
                </a:solidFill>
                <a:latin typeface="Arial"/>
                <a:ea typeface="Arial"/>
                <a:cs typeface="Arial"/>
              </a:defRPr>
            </a:lvl2pPr>
            <a:lvl3pPr>
              <a:defRPr sz="3900" b="1">
                <a:solidFill>
                  <a:srgbClr val="0A2C46"/>
                </a:solidFill>
                <a:latin typeface="Arial"/>
                <a:ea typeface="Arial"/>
                <a:cs typeface="Arial"/>
              </a:defRPr>
            </a:lvl3pPr>
            <a:lvl4pPr>
              <a:defRPr sz="3900" b="1">
                <a:solidFill>
                  <a:srgbClr val="0A2C46"/>
                </a:solidFill>
                <a:latin typeface="Arial"/>
                <a:ea typeface="Arial"/>
                <a:cs typeface="Arial"/>
              </a:defRPr>
            </a:lvl4pPr>
            <a:lvl5pPr>
              <a:defRPr sz="3900" b="1">
                <a:solidFill>
                  <a:srgbClr val="0A2C46"/>
                </a:solidFill>
                <a:latin typeface="Arial"/>
                <a:ea typeface="Arial"/>
                <a:cs typeface="Arial"/>
              </a:defRPr>
            </a:lvl5pPr>
            <a:lvl6pPr>
              <a:defRPr sz="3900" b="1">
                <a:solidFill>
                  <a:srgbClr val="0A2C46"/>
                </a:solidFill>
                <a:latin typeface="Arial"/>
                <a:ea typeface="Arial"/>
                <a:cs typeface="Arial"/>
              </a:defRPr>
            </a:lvl6pPr>
            <a:lvl7pPr>
              <a:defRPr sz="3900" b="1">
                <a:solidFill>
                  <a:srgbClr val="0A2C46"/>
                </a:solidFill>
                <a:latin typeface="Arial"/>
                <a:ea typeface="Arial"/>
                <a:cs typeface="Arial"/>
              </a:defRPr>
            </a:lvl7pPr>
            <a:lvl8pPr>
              <a:defRPr sz="3900" b="1">
                <a:solidFill>
                  <a:srgbClr val="0A2C46"/>
                </a:solidFill>
                <a:latin typeface="Arial"/>
                <a:ea typeface="Arial"/>
                <a:cs typeface="Arial"/>
              </a:defRPr>
            </a:lvl8pPr>
            <a:lvl9pPr>
              <a:defRPr sz="3900" b="1">
                <a:solidFill>
                  <a:srgbClr val="0A2C46"/>
                </a:solidFill>
                <a:latin typeface="Arial"/>
                <a:ea typeface="Arial"/>
                <a:cs typeface="Arial"/>
              </a:defRPr>
            </a:lvl9pPr>
          </a:lstStyle>
          <a:p xmlns:a="http://schemas.openxmlformats.org/drawingml/2006/main">
            <a:pPr>
              <a:defRPr sz="3900" b="1">
                <a:solidFill>
                  <a:srgbClr val="0A2C46"/>
                </a:solidFill>
                <a:latin typeface="Arial"/>
                <a:ea typeface="Arial"/>
                <a:cs typeface="Arial"/>
              </a:defRPr>
            </a:pPr>
            <a:r>
              <a:rPr sz="3900" b="1">
                <a:solidFill>
                  <a:srgbClr val="0A2C46"/>
                </a:solidFill>
                <a:latin typeface="Arial"/>
                <a:ea typeface="Arial"/>
                <a:cs typeface="Arial"/>
              </a:rPr>
              <a:t>EXO</a:t>
            </a:r>
          </a:p>
          <a:p xmlns:a="http://schemas.openxmlformats.org/drawingml/2006/main">
            <a:pPr>
              <a:defRPr sz="3900" b="1">
                <a:solidFill>
                  <a:srgbClr val="0A2C46"/>
                </a:solidFill>
                <a:latin typeface="Arial"/>
                <a:ea typeface="Arial"/>
                <a:cs typeface="Arial"/>
              </a:defRPr>
            </a:pPr>
            <a:r>
              <a:rPr sz="3900" b="1">
                <a:solidFill>
                  <a:srgbClr val="0A2C46"/>
                </a:solidFill>
                <a:latin typeface="Arial"/>
                <a:ea typeface="Arial"/>
                <a:cs typeface="Arial"/>
              </a:rPr>
              <a:t>PLAIN</a:t>
            </a:r>
          </a:p>
        </p:txBody>
      </p:sp>
      <p:sp>
        <p:nvSpPr>
          <p:cNvPr id="8" name="">
            <a:extLst xmlns:a="http://schemas.openxmlformats.org/drawingml/2006/main">
              <a:ext uri="{FF2B5EF4-FFF2-40B4-BE49-F238E27FC236}">
                <a16:creationId xmlns:a16="http://schemas.microsoft.com/office/drawing/2014/main" id="{48A1B04F-9C54-4A09-9E8E-A92D6F44A27F}"/>
              </a:ext>
            </a:extLst>
          </p:cNvPr>
          <p:cNvSpPr>
            <a:spLocks xmlns:a="http://schemas.openxmlformats.org/drawingml/2006/main" noGrp="1"/>
          </p:cNvSpPr>
          <p:nvPr/>
        </p:nvSpPr>
        <p:spPr>
          <a:xfrm xmlns:a="http://schemas.openxmlformats.org/drawingml/2006/main">
            <a:off x="25717500" y="2381250"/>
            <a:ext cx="371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650" b="1">
                <a:solidFill>
                  <a:srgbClr val="009BB5"/>
                </a:solidFill>
                <a:latin typeface="Arial"/>
                <a:ea typeface="Arial"/>
                <a:cs typeface="Arial"/>
              </a:defRPr>
            </a:defPPr>
            <a:lvl1pPr>
              <a:defRPr sz="1650" b="1">
                <a:solidFill>
                  <a:srgbClr val="009BB5"/>
                </a:solidFill>
                <a:latin typeface="Arial"/>
                <a:ea typeface="Arial"/>
                <a:cs typeface="Arial"/>
              </a:defRPr>
            </a:lvl1pPr>
            <a:lvl2pPr>
              <a:defRPr sz="1650" b="1">
                <a:solidFill>
                  <a:srgbClr val="009BB5"/>
                </a:solidFill>
                <a:latin typeface="Arial"/>
                <a:ea typeface="Arial"/>
                <a:cs typeface="Arial"/>
              </a:defRPr>
            </a:lvl2pPr>
            <a:lvl3pPr>
              <a:defRPr sz="1650" b="1">
                <a:solidFill>
                  <a:srgbClr val="009BB5"/>
                </a:solidFill>
                <a:latin typeface="Arial"/>
                <a:ea typeface="Arial"/>
                <a:cs typeface="Arial"/>
              </a:defRPr>
            </a:lvl3pPr>
            <a:lvl4pPr>
              <a:defRPr sz="1650" b="1">
                <a:solidFill>
                  <a:srgbClr val="009BB5"/>
                </a:solidFill>
                <a:latin typeface="Arial"/>
                <a:ea typeface="Arial"/>
                <a:cs typeface="Arial"/>
              </a:defRPr>
            </a:lvl4pPr>
            <a:lvl5pPr>
              <a:defRPr sz="1650" b="1">
                <a:solidFill>
                  <a:srgbClr val="009BB5"/>
                </a:solidFill>
                <a:latin typeface="Arial"/>
                <a:ea typeface="Arial"/>
                <a:cs typeface="Arial"/>
              </a:defRPr>
            </a:lvl5pPr>
            <a:lvl6pPr>
              <a:defRPr sz="1650" b="1">
                <a:solidFill>
                  <a:srgbClr val="009BB5"/>
                </a:solidFill>
                <a:latin typeface="Arial"/>
                <a:ea typeface="Arial"/>
                <a:cs typeface="Arial"/>
              </a:defRPr>
            </a:lvl6pPr>
            <a:lvl7pPr>
              <a:defRPr sz="1650" b="1">
                <a:solidFill>
                  <a:srgbClr val="009BB5"/>
                </a:solidFill>
                <a:latin typeface="Arial"/>
                <a:ea typeface="Arial"/>
                <a:cs typeface="Arial"/>
              </a:defRPr>
            </a:lvl7pPr>
            <a:lvl8pPr>
              <a:defRPr sz="1650" b="1">
                <a:solidFill>
                  <a:srgbClr val="009BB5"/>
                </a:solidFill>
                <a:latin typeface="Arial"/>
                <a:ea typeface="Arial"/>
                <a:cs typeface="Arial"/>
              </a:defRPr>
            </a:lvl8pPr>
            <a:lvl9pPr>
              <a:defRPr sz="1650" b="1">
                <a:solidFill>
                  <a:srgbClr val="009BB5"/>
                </a:solidFill>
                <a:latin typeface="Arial"/>
                <a:ea typeface="Arial"/>
                <a:cs typeface="Arial"/>
              </a:defRPr>
            </a:lvl9pPr>
          </a:lstStyle>
          <a:p xmlns:a="http://schemas.openxmlformats.org/drawingml/2006/main">
            <a:pPr>
              <a:defRPr sz="1650" b="1">
                <a:solidFill>
                  <a:srgbClr val="009BB5"/>
                </a:solidFill>
                <a:latin typeface="Arial"/>
                <a:ea typeface="Arial"/>
                <a:cs typeface="Arial"/>
              </a:defRPr>
            </a:pPr>
            <a:r>
              <a:rPr sz="1650" b="1">
                <a:solidFill>
                  <a:srgbClr val="009BB5"/>
                </a:solidFill>
                <a:latin typeface="Arial"/>
                <a:ea typeface="Arial"/>
                <a:cs typeface="Arial"/>
              </a:rPr>
              <a:t>AI FOR SCIENCE</a:t>
            </a:r>
          </a:p>
          <a:p xmlns:a="http://schemas.openxmlformats.org/drawingml/2006/main">
            <a:pPr>
              <a:defRPr sz="1650" b="1">
                <a:solidFill>
                  <a:srgbClr val="009BB5"/>
                </a:solidFill>
                <a:latin typeface="Arial"/>
                <a:ea typeface="Arial"/>
                <a:cs typeface="Arial"/>
              </a:defRPr>
            </a:pPr>
            <a:r>
              <a:rPr sz="1650" b="1">
                <a:solidFill>
                  <a:srgbClr val="009BB5"/>
                </a:solidFill>
                <a:latin typeface="Arial"/>
                <a:ea typeface="Arial"/>
                <a:cs typeface="Arial"/>
              </a:rPr>
              <a:t>INTERACTIVE ML</a:t>
            </a:r>
          </a:p>
        </p:txBody>
      </p:sp>
      <p:pic>
        <p:nvPicPr>
          <p:cNvPr id="9" name="">
            <a:extLst xmlns:a="http://schemas.openxmlformats.org/drawingml/2006/main">
              <a:ext uri="{FF2B5EF4-FFF2-40B4-BE49-F238E27FC236}">
                <a16:creationId xmlns:a16="http://schemas.microsoft.com/office/drawing/2014/main" id="{0B4A5789-E1B2-4106-9F44-943DEF0893FB}"/>
              </a:ext>
            </a:extLst>
          </p:cNvPr>
          <p:cNvPicPr>
            <a:picLocks xmlns:a="http://schemas.openxmlformats.org/drawingml/2006/main" noChangeAspect="1"/>
          </p:cNvPicPr>
          <p:nvPr/>
        </p:nvPicPr>
        <p:blipFill>
          <a:blip xmlns:r="http://schemas.openxmlformats.org/officeDocument/2006/relationships" xmlns:a="http://schemas.openxmlformats.org/drawingml/2006/main" r:embed="R46de1d9c7e204e96"/>
          <a:srcRect xmlns:a="http://schemas.openxmlformats.org/drawingml/2006/main" l="0" t="9459" r="0" b="9459"/>
          <a:stretch xmlns:a="http://schemas.openxmlformats.org/drawingml/2006/main">
            <a:fillRect l="0" t="0" r="0" b="0"/>
          </a:stretch>
        </p:blipFill>
        <p:spPr>
          <a:xfrm xmlns:a="http://schemas.openxmlformats.org/drawingml/2006/main">
            <a:off x="714375" y="5286375"/>
            <a:ext cx="7048500" cy="5715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0F230059-4A98-49C9-A1B8-3B4B0FC6133D}"/>
              </a:ext>
            </a:extLst>
          </p:cNvPr>
          <p:cNvPicPr>
            <a:picLocks xmlns:a="http://schemas.openxmlformats.org/drawingml/2006/main" noChangeAspect="1"/>
          </p:cNvPicPr>
          <p:nvPr/>
        </p:nvPicPr>
        <p:blipFill>
          <a:blip xmlns:r="http://schemas.openxmlformats.org/officeDocument/2006/relationships" xmlns:a="http://schemas.openxmlformats.org/drawingml/2006/main" r:embed="R39440e474f6e4407"/>
          <a:srcRect xmlns:a="http://schemas.openxmlformats.org/drawingml/2006/main" l="0" t="9459" r="0" b="9459"/>
          <a:stretch xmlns:a="http://schemas.openxmlformats.org/drawingml/2006/main">
            <a:fillRect l="0" t="0" r="0" b="0"/>
          </a:stretch>
        </p:blipFill>
        <p:spPr>
          <a:xfrm xmlns:a="http://schemas.openxmlformats.org/drawingml/2006/main">
            <a:off x="7934325" y="5286375"/>
            <a:ext cx="7048500" cy="57150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C652ACCC-ACC4-4D8C-9BB7-3D941EF8B912}"/>
              </a:ext>
            </a:extLst>
          </p:cNvPr>
          <p:cNvPicPr>
            <a:picLocks xmlns:a="http://schemas.openxmlformats.org/drawingml/2006/main" noChangeAspect="1"/>
          </p:cNvPicPr>
          <p:nvPr/>
        </p:nvPicPr>
        <p:blipFill>
          <a:blip xmlns:r="http://schemas.openxmlformats.org/officeDocument/2006/relationships" xmlns:a="http://schemas.openxmlformats.org/drawingml/2006/main" r:embed="R2619efaa843a47cd"/>
          <a:srcRect xmlns:a="http://schemas.openxmlformats.org/drawingml/2006/main" l="0" t="9459" r="0" b="9459"/>
          <a:stretch xmlns:a="http://schemas.openxmlformats.org/drawingml/2006/main">
            <a:fillRect l="0" t="0" r="0" b="0"/>
          </a:stretch>
        </p:blipFill>
        <p:spPr>
          <a:xfrm xmlns:a="http://schemas.openxmlformats.org/drawingml/2006/main">
            <a:off x="15154275" y="5286375"/>
            <a:ext cx="7048500" cy="5715000"/>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E7FDEC30-B4F6-4D73-AFA2-C63AF91018C1}"/>
              </a:ext>
            </a:extLst>
          </p:cNvPr>
          <p:cNvPicPr>
            <a:picLocks xmlns:a="http://schemas.openxmlformats.org/drawingml/2006/main" noChangeAspect="1"/>
          </p:cNvPicPr>
          <p:nvPr/>
        </p:nvPicPr>
        <p:blipFill>
          <a:blip xmlns:r="http://schemas.openxmlformats.org/officeDocument/2006/relationships" xmlns:a="http://schemas.openxmlformats.org/drawingml/2006/main" r:embed="R0e63d9875954472a"/>
          <a:srcRect xmlns:a="http://schemas.openxmlformats.org/drawingml/2006/main" l="0" t="9459" r="0" b="9459"/>
          <a:stretch xmlns:a="http://schemas.openxmlformats.org/drawingml/2006/main">
            <a:fillRect l="0" t="0" r="0" b="0"/>
          </a:stretch>
        </p:blipFill>
        <p:spPr>
          <a:xfrm xmlns:a="http://schemas.openxmlformats.org/drawingml/2006/main">
            <a:off x="22374225" y="5286375"/>
            <a:ext cx="7048500" cy="5715000"/>
          </a:xfrm>
          <a:prstGeom xmlns:a="http://schemas.openxmlformats.org/drawingml/2006/main" prst="rect">
            <a:avLst/>
          </a:prstGeom>
        </p:spPr>
      </p:pic>
      <p:sp>
        <p:nvSpPr>
          <p:cNvPr id="13" name="">
            <a:extLst xmlns:a="http://schemas.openxmlformats.org/drawingml/2006/main">
              <a:ext uri="{FF2B5EF4-FFF2-40B4-BE49-F238E27FC236}">
                <a16:creationId xmlns:a16="http://schemas.microsoft.com/office/drawing/2014/main" id="{685387AC-F6DB-4093-9B7B-9B0EA77FB9AE}"/>
              </a:ext>
            </a:extLst>
          </p:cNvPr>
          <p:cNvSpPr>
            <a:spLocks xmlns:a="http://schemas.openxmlformats.org/drawingml/2006/main" noGrp="1"/>
          </p:cNvSpPr>
          <p:nvPr/>
        </p:nvSpPr>
        <p:spPr>
          <a:xfrm xmlns:a="http://schemas.openxmlformats.org/drawingml/2006/main">
            <a:off x="714375" y="10353675"/>
            <a:ext cx="7048500" cy="647700"/>
          </a:xfrm>
          <a:prstGeom xmlns:a="http://schemas.openxmlformats.org/drawingml/2006/main" prst="rect">
            <a:avLst/>
          </a:prstGeom>
          <a:solidFill xmlns:a="http://schemas.openxmlformats.org/drawingml/2006/main">
            <a:srgbClr val="0A2C46"/>
          </a:solidFill>
          <a:ln xmlns:a="http://schemas.openxmlformats.org/drawingml/2006/main" w="0">
            <a:solidFill>
              <a:srgbClr val="0A2C46"/>
            </a:solidFill>
            <a:prstDash val="solid"/>
          </a:ln>
        </p:spPr>
      </p:sp>
      <p:sp>
        <p:nvSpPr>
          <p:cNvPr id="14" name="">
            <a:extLst xmlns:a="http://schemas.openxmlformats.org/drawingml/2006/main">
              <a:ext uri="{FF2B5EF4-FFF2-40B4-BE49-F238E27FC236}">
                <a16:creationId xmlns:a16="http://schemas.microsoft.com/office/drawing/2014/main" id="{79FAB47A-6E60-4E6F-8D2E-AA20F659BB60}"/>
              </a:ext>
            </a:extLst>
          </p:cNvPr>
          <p:cNvSpPr>
            <a:spLocks xmlns:a="http://schemas.openxmlformats.org/drawingml/2006/main" noGrp="1"/>
          </p:cNvSpPr>
          <p:nvPr/>
        </p:nvSpPr>
        <p:spPr>
          <a:xfrm xmlns:a="http://schemas.openxmlformats.org/drawingml/2006/main">
            <a:off x="857250" y="10429875"/>
            <a:ext cx="676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575" b="1">
                <a:solidFill>
                  <a:srgbClr val="FFFFFF"/>
                </a:solidFill>
                <a:latin typeface="Arial"/>
                <a:ea typeface="Arial"/>
                <a:cs typeface="Arial"/>
              </a:defRPr>
            </a:defPPr>
            <a:lvl1pPr>
              <a:defRPr sz="1575" b="1">
                <a:solidFill>
                  <a:srgbClr val="FFFFFF"/>
                </a:solidFill>
                <a:latin typeface="Arial"/>
                <a:ea typeface="Arial"/>
                <a:cs typeface="Arial"/>
              </a:defRPr>
            </a:lvl1pPr>
            <a:lvl2pPr>
              <a:defRPr sz="1575" b="1">
                <a:solidFill>
                  <a:srgbClr val="FFFFFF"/>
                </a:solidFill>
                <a:latin typeface="Arial"/>
                <a:ea typeface="Arial"/>
                <a:cs typeface="Arial"/>
              </a:defRPr>
            </a:lvl2pPr>
            <a:lvl3pPr>
              <a:defRPr sz="1575" b="1">
                <a:solidFill>
                  <a:srgbClr val="FFFFFF"/>
                </a:solidFill>
                <a:latin typeface="Arial"/>
                <a:ea typeface="Arial"/>
                <a:cs typeface="Arial"/>
              </a:defRPr>
            </a:lvl3pPr>
            <a:lvl4pPr>
              <a:defRPr sz="1575" b="1">
                <a:solidFill>
                  <a:srgbClr val="FFFFFF"/>
                </a:solidFill>
                <a:latin typeface="Arial"/>
                <a:ea typeface="Arial"/>
                <a:cs typeface="Arial"/>
              </a:defRPr>
            </a:lvl4pPr>
            <a:lvl5pPr>
              <a:defRPr sz="1575" b="1">
                <a:solidFill>
                  <a:srgbClr val="FFFFFF"/>
                </a:solidFill>
                <a:latin typeface="Arial"/>
                <a:ea typeface="Arial"/>
                <a:cs typeface="Arial"/>
              </a:defRPr>
            </a:lvl5pPr>
            <a:lvl6pPr>
              <a:defRPr sz="1575" b="1">
                <a:solidFill>
                  <a:srgbClr val="FFFFFF"/>
                </a:solidFill>
                <a:latin typeface="Arial"/>
                <a:ea typeface="Arial"/>
                <a:cs typeface="Arial"/>
              </a:defRPr>
            </a:lvl6pPr>
            <a:lvl7pPr>
              <a:defRPr sz="1575" b="1">
                <a:solidFill>
                  <a:srgbClr val="FFFFFF"/>
                </a:solidFill>
                <a:latin typeface="Arial"/>
                <a:ea typeface="Arial"/>
                <a:cs typeface="Arial"/>
              </a:defRPr>
            </a:lvl7pPr>
            <a:lvl8pPr>
              <a:defRPr sz="1575" b="1">
                <a:solidFill>
                  <a:srgbClr val="FFFFFF"/>
                </a:solidFill>
                <a:latin typeface="Arial"/>
                <a:ea typeface="Arial"/>
                <a:cs typeface="Arial"/>
              </a:defRPr>
            </a:lvl8pPr>
            <a:lvl9pPr>
              <a:defRPr sz="1575" b="1">
                <a:solidFill>
                  <a:srgbClr val="FFFFFF"/>
                </a:solidFill>
                <a:latin typeface="Arial"/>
                <a:ea typeface="Arial"/>
                <a:cs typeface="Arial"/>
              </a:defRPr>
            </a:lvl9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Transit geometry</a:t>
            </a:r>
          </a:p>
        </p:txBody>
      </p:sp>
      <p:sp>
        <p:nvSpPr>
          <p:cNvPr id="15" name="">
            <a:extLst xmlns:a="http://schemas.openxmlformats.org/drawingml/2006/main">
              <a:ext uri="{FF2B5EF4-FFF2-40B4-BE49-F238E27FC236}">
                <a16:creationId xmlns:a16="http://schemas.microsoft.com/office/drawing/2014/main" id="{F247E55B-FDB4-40DE-AE91-95BDC43236A1}"/>
              </a:ext>
            </a:extLst>
          </p:cNvPr>
          <p:cNvSpPr>
            <a:spLocks xmlns:a="http://schemas.openxmlformats.org/drawingml/2006/main" noGrp="1"/>
          </p:cNvSpPr>
          <p:nvPr/>
        </p:nvSpPr>
        <p:spPr>
          <a:xfrm xmlns:a="http://schemas.openxmlformats.org/drawingml/2006/main">
            <a:off x="7934325" y="10353675"/>
            <a:ext cx="7048500" cy="647700"/>
          </a:xfrm>
          <a:prstGeom xmlns:a="http://schemas.openxmlformats.org/drawingml/2006/main" prst="rect">
            <a:avLst/>
          </a:prstGeom>
          <a:solidFill xmlns:a="http://schemas.openxmlformats.org/drawingml/2006/main">
            <a:srgbClr val="0A2C46"/>
          </a:solidFill>
          <a:ln xmlns:a="http://schemas.openxmlformats.org/drawingml/2006/main" w="0">
            <a:solidFill>
              <a:srgbClr val="0A2C46"/>
            </a:solidFill>
            <a:prstDash val="solid"/>
          </a:ln>
        </p:spPr>
      </p:sp>
      <p:sp>
        <p:nvSpPr>
          <p:cNvPr id="16" name="">
            <a:extLst xmlns:a="http://schemas.openxmlformats.org/drawingml/2006/main">
              <a:ext uri="{FF2B5EF4-FFF2-40B4-BE49-F238E27FC236}">
                <a16:creationId xmlns:a16="http://schemas.microsoft.com/office/drawing/2014/main" id="{3F7CCCCB-6C78-442A-ACE3-AC6EE8E05E7D}"/>
              </a:ext>
            </a:extLst>
          </p:cNvPr>
          <p:cNvSpPr>
            <a:spLocks xmlns:a="http://schemas.openxmlformats.org/drawingml/2006/main" noGrp="1"/>
          </p:cNvSpPr>
          <p:nvPr/>
        </p:nvSpPr>
        <p:spPr>
          <a:xfrm xmlns:a="http://schemas.openxmlformats.org/drawingml/2006/main">
            <a:off x="8077200" y="10429875"/>
            <a:ext cx="676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575" b="1">
                <a:solidFill>
                  <a:srgbClr val="FFFFFF"/>
                </a:solidFill>
                <a:latin typeface="Arial"/>
                <a:ea typeface="Arial"/>
                <a:cs typeface="Arial"/>
              </a:defRPr>
            </a:defPPr>
            <a:lvl1pPr>
              <a:defRPr sz="1575" b="1">
                <a:solidFill>
                  <a:srgbClr val="FFFFFF"/>
                </a:solidFill>
                <a:latin typeface="Arial"/>
                <a:ea typeface="Arial"/>
                <a:cs typeface="Arial"/>
              </a:defRPr>
            </a:lvl1pPr>
            <a:lvl2pPr>
              <a:defRPr sz="1575" b="1">
                <a:solidFill>
                  <a:srgbClr val="FFFFFF"/>
                </a:solidFill>
                <a:latin typeface="Arial"/>
                <a:ea typeface="Arial"/>
                <a:cs typeface="Arial"/>
              </a:defRPr>
            </a:lvl2pPr>
            <a:lvl3pPr>
              <a:defRPr sz="1575" b="1">
                <a:solidFill>
                  <a:srgbClr val="FFFFFF"/>
                </a:solidFill>
                <a:latin typeface="Arial"/>
                <a:ea typeface="Arial"/>
                <a:cs typeface="Arial"/>
              </a:defRPr>
            </a:lvl3pPr>
            <a:lvl4pPr>
              <a:defRPr sz="1575" b="1">
                <a:solidFill>
                  <a:srgbClr val="FFFFFF"/>
                </a:solidFill>
                <a:latin typeface="Arial"/>
                <a:ea typeface="Arial"/>
                <a:cs typeface="Arial"/>
              </a:defRPr>
            </a:lvl4pPr>
            <a:lvl5pPr>
              <a:defRPr sz="1575" b="1">
                <a:solidFill>
                  <a:srgbClr val="FFFFFF"/>
                </a:solidFill>
                <a:latin typeface="Arial"/>
                <a:ea typeface="Arial"/>
                <a:cs typeface="Arial"/>
              </a:defRPr>
            </a:lvl5pPr>
            <a:lvl6pPr>
              <a:defRPr sz="1575" b="1">
                <a:solidFill>
                  <a:srgbClr val="FFFFFF"/>
                </a:solidFill>
                <a:latin typeface="Arial"/>
                <a:ea typeface="Arial"/>
                <a:cs typeface="Arial"/>
              </a:defRPr>
            </a:lvl6pPr>
            <a:lvl7pPr>
              <a:defRPr sz="1575" b="1">
                <a:solidFill>
                  <a:srgbClr val="FFFFFF"/>
                </a:solidFill>
                <a:latin typeface="Arial"/>
                <a:ea typeface="Arial"/>
                <a:cs typeface="Arial"/>
              </a:defRPr>
            </a:lvl7pPr>
            <a:lvl8pPr>
              <a:defRPr sz="1575" b="1">
                <a:solidFill>
                  <a:srgbClr val="FFFFFF"/>
                </a:solidFill>
                <a:latin typeface="Arial"/>
                <a:ea typeface="Arial"/>
                <a:cs typeface="Arial"/>
              </a:defRPr>
            </a:lvl8pPr>
            <a:lvl9pPr>
              <a:defRPr sz="1575" b="1">
                <a:solidFill>
                  <a:srgbClr val="FFFFFF"/>
                </a:solidFill>
                <a:latin typeface="Arial"/>
                <a:ea typeface="Arial"/>
                <a:cs typeface="Arial"/>
              </a:defRPr>
            </a:lvl9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Light-curve evidence</a:t>
            </a:r>
          </a:p>
        </p:txBody>
      </p:sp>
      <p:sp>
        <p:nvSpPr>
          <p:cNvPr id="17" name="">
            <a:extLst xmlns:a="http://schemas.openxmlformats.org/drawingml/2006/main">
              <a:ext uri="{FF2B5EF4-FFF2-40B4-BE49-F238E27FC236}">
                <a16:creationId xmlns:a16="http://schemas.microsoft.com/office/drawing/2014/main" id="{A06DF7C8-81B0-4727-AF24-C1E02955B5A0}"/>
              </a:ext>
            </a:extLst>
          </p:cNvPr>
          <p:cNvSpPr>
            <a:spLocks xmlns:a="http://schemas.openxmlformats.org/drawingml/2006/main" noGrp="1"/>
          </p:cNvSpPr>
          <p:nvPr/>
        </p:nvSpPr>
        <p:spPr>
          <a:xfrm xmlns:a="http://schemas.openxmlformats.org/drawingml/2006/main">
            <a:off x="15154275" y="10353675"/>
            <a:ext cx="7048500" cy="647700"/>
          </a:xfrm>
          <a:prstGeom xmlns:a="http://schemas.openxmlformats.org/drawingml/2006/main" prst="rect">
            <a:avLst/>
          </a:prstGeom>
          <a:solidFill xmlns:a="http://schemas.openxmlformats.org/drawingml/2006/main">
            <a:srgbClr val="0A2C46"/>
          </a:solidFill>
          <a:ln xmlns:a="http://schemas.openxmlformats.org/drawingml/2006/main" w="0">
            <a:solidFill>
              <a:srgbClr val="0A2C46"/>
            </a:solidFill>
            <a:prstDash val="solid"/>
          </a:ln>
        </p:spPr>
      </p:sp>
      <p:sp>
        <p:nvSpPr>
          <p:cNvPr id="18" name="">
            <a:extLst xmlns:a="http://schemas.openxmlformats.org/drawingml/2006/main">
              <a:ext uri="{FF2B5EF4-FFF2-40B4-BE49-F238E27FC236}">
                <a16:creationId xmlns:a16="http://schemas.microsoft.com/office/drawing/2014/main" id="{AC6A78AC-EAE3-4F23-9ED4-5B9C59E48EEF}"/>
              </a:ext>
            </a:extLst>
          </p:cNvPr>
          <p:cNvSpPr>
            <a:spLocks xmlns:a="http://schemas.openxmlformats.org/drawingml/2006/main" noGrp="1"/>
          </p:cNvSpPr>
          <p:nvPr/>
        </p:nvSpPr>
        <p:spPr>
          <a:xfrm xmlns:a="http://schemas.openxmlformats.org/drawingml/2006/main">
            <a:off x="15297150" y="10429875"/>
            <a:ext cx="676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575" b="1">
                <a:solidFill>
                  <a:srgbClr val="FFFFFF"/>
                </a:solidFill>
                <a:latin typeface="Arial"/>
                <a:ea typeface="Arial"/>
                <a:cs typeface="Arial"/>
              </a:defRPr>
            </a:defPPr>
            <a:lvl1pPr>
              <a:defRPr sz="1575" b="1">
                <a:solidFill>
                  <a:srgbClr val="FFFFFF"/>
                </a:solidFill>
                <a:latin typeface="Arial"/>
                <a:ea typeface="Arial"/>
                <a:cs typeface="Arial"/>
              </a:defRPr>
            </a:lvl1pPr>
            <a:lvl2pPr>
              <a:defRPr sz="1575" b="1">
                <a:solidFill>
                  <a:srgbClr val="FFFFFF"/>
                </a:solidFill>
                <a:latin typeface="Arial"/>
                <a:ea typeface="Arial"/>
                <a:cs typeface="Arial"/>
              </a:defRPr>
            </a:lvl2pPr>
            <a:lvl3pPr>
              <a:defRPr sz="1575" b="1">
                <a:solidFill>
                  <a:srgbClr val="FFFFFF"/>
                </a:solidFill>
                <a:latin typeface="Arial"/>
                <a:ea typeface="Arial"/>
                <a:cs typeface="Arial"/>
              </a:defRPr>
            </a:lvl3pPr>
            <a:lvl4pPr>
              <a:defRPr sz="1575" b="1">
                <a:solidFill>
                  <a:srgbClr val="FFFFFF"/>
                </a:solidFill>
                <a:latin typeface="Arial"/>
                <a:ea typeface="Arial"/>
                <a:cs typeface="Arial"/>
              </a:defRPr>
            </a:lvl4pPr>
            <a:lvl5pPr>
              <a:defRPr sz="1575" b="1">
                <a:solidFill>
                  <a:srgbClr val="FFFFFF"/>
                </a:solidFill>
                <a:latin typeface="Arial"/>
                <a:ea typeface="Arial"/>
                <a:cs typeface="Arial"/>
              </a:defRPr>
            </a:lvl5pPr>
            <a:lvl6pPr>
              <a:defRPr sz="1575" b="1">
                <a:solidFill>
                  <a:srgbClr val="FFFFFF"/>
                </a:solidFill>
                <a:latin typeface="Arial"/>
                <a:ea typeface="Arial"/>
                <a:cs typeface="Arial"/>
              </a:defRPr>
            </a:lvl6pPr>
            <a:lvl7pPr>
              <a:defRPr sz="1575" b="1">
                <a:solidFill>
                  <a:srgbClr val="FFFFFF"/>
                </a:solidFill>
                <a:latin typeface="Arial"/>
                <a:ea typeface="Arial"/>
                <a:cs typeface="Arial"/>
              </a:defRPr>
            </a:lvl7pPr>
            <a:lvl8pPr>
              <a:defRPr sz="1575" b="1">
                <a:solidFill>
                  <a:srgbClr val="FFFFFF"/>
                </a:solidFill>
                <a:latin typeface="Arial"/>
                <a:ea typeface="Arial"/>
                <a:cs typeface="Arial"/>
              </a:defRPr>
            </a:lvl8pPr>
            <a:lvl9pPr>
              <a:defRPr sz="1575" b="1">
                <a:solidFill>
                  <a:srgbClr val="FFFFFF"/>
                </a:solidFill>
                <a:latin typeface="Arial"/>
                <a:ea typeface="Arial"/>
                <a:cs typeface="Arial"/>
              </a:defRPr>
            </a:lvl9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Signal quality</a:t>
            </a:r>
          </a:p>
        </p:txBody>
      </p:sp>
      <p:sp>
        <p:nvSpPr>
          <p:cNvPr id="19" name="">
            <a:extLst xmlns:a="http://schemas.openxmlformats.org/drawingml/2006/main">
              <a:ext uri="{FF2B5EF4-FFF2-40B4-BE49-F238E27FC236}">
                <a16:creationId xmlns:a16="http://schemas.microsoft.com/office/drawing/2014/main" id="{AE680959-EAB9-43E2-9688-8DDD966A111E}"/>
              </a:ext>
            </a:extLst>
          </p:cNvPr>
          <p:cNvSpPr>
            <a:spLocks xmlns:a="http://schemas.openxmlformats.org/drawingml/2006/main" noGrp="1"/>
          </p:cNvSpPr>
          <p:nvPr/>
        </p:nvSpPr>
        <p:spPr>
          <a:xfrm xmlns:a="http://schemas.openxmlformats.org/drawingml/2006/main">
            <a:off x="22374225" y="10353675"/>
            <a:ext cx="7048500" cy="647700"/>
          </a:xfrm>
          <a:prstGeom xmlns:a="http://schemas.openxmlformats.org/drawingml/2006/main" prst="rect">
            <a:avLst/>
          </a:prstGeom>
          <a:solidFill xmlns:a="http://schemas.openxmlformats.org/drawingml/2006/main">
            <a:srgbClr val="0A2C46"/>
          </a:solidFill>
          <a:ln xmlns:a="http://schemas.openxmlformats.org/drawingml/2006/main" w="0">
            <a:solidFill>
              <a:srgbClr val="0A2C46"/>
            </a:solidFill>
            <a:prstDash val="solid"/>
          </a:ln>
        </p:spPr>
      </p:sp>
      <p:sp>
        <p:nvSpPr>
          <p:cNvPr id="20" name="">
            <a:extLst xmlns:a="http://schemas.openxmlformats.org/drawingml/2006/main">
              <a:ext uri="{FF2B5EF4-FFF2-40B4-BE49-F238E27FC236}">
                <a16:creationId xmlns:a16="http://schemas.microsoft.com/office/drawing/2014/main" id="{ECE95EC9-779E-4D30-9709-7A1382A66EB5}"/>
              </a:ext>
            </a:extLst>
          </p:cNvPr>
          <p:cNvSpPr>
            <a:spLocks xmlns:a="http://schemas.openxmlformats.org/drawingml/2006/main" noGrp="1"/>
          </p:cNvSpPr>
          <p:nvPr/>
        </p:nvSpPr>
        <p:spPr>
          <a:xfrm xmlns:a="http://schemas.openxmlformats.org/drawingml/2006/main">
            <a:off x="22517100" y="10429875"/>
            <a:ext cx="676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575" b="1">
                <a:solidFill>
                  <a:srgbClr val="FFFFFF"/>
                </a:solidFill>
                <a:latin typeface="Arial"/>
                <a:ea typeface="Arial"/>
                <a:cs typeface="Arial"/>
              </a:defRPr>
            </a:defPPr>
            <a:lvl1pPr>
              <a:defRPr sz="1575" b="1">
                <a:solidFill>
                  <a:srgbClr val="FFFFFF"/>
                </a:solidFill>
                <a:latin typeface="Arial"/>
                <a:ea typeface="Arial"/>
                <a:cs typeface="Arial"/>
              </a:defRPr>
            </a:lvl1pPr>
            <a:lvl2pPr>
              <a:defRPr sz="1575" b="1">
                <a:solidFill>
                  <a:srgbClr val="FFFFFF"/>
                </a:solidFill>
                <a:latin typeface="Arial"/>
                <a:ea typeface="Arial"/>
                <a:cs typeface="Arial"/>
              </a:defRPr>
            </a:lvl2pPr>
            <a:lvl3pPr>
              <a:defRPr sz="1575" b="1">
                <a:solidFill>
                  <a:srgbClr val="FFFFFF"/>
                </a:solidFill>
                <a:latin typeface="Arial"/>
                <a:ea typeface="Arial"/>
                <a:cs typeface="Arial"/>
              </a:defRPr>
            </a:lvl3pPr>
            <a:lvl4pPr>
              <a:defRPr sz="1575" b="1">
                <a:solidFill>
                  <a:srgbClr val="FFFFFF"/>
                </a:solidFill>
                <a:latin typeface="Arial"/>
                <a:ea typeface="Arial"/>
                <a:cs typeface="Arial"/>
              </a:defRPr>
            </a:lvl4pPr>
            <a:lvl5pPr>
              <a:defRPr sz="1575" b="1">
                <a:solidFill>
                  <a:srgbClr val="FFFFFF"/>
                </a:solidFill>
                <a:latin typeface="Arial"/>
                <a:ea typeface="Arial"/>
                <a:cs typeface="Arial"/>
              </a:defRPr>
            </a:lvl5pPr>
            <a:lvl6pPr>
              <a:defRPr sz="1575" b="1">
                <a:solidFill>
                  <a:srgbClr val="FFFFFF"/>
                </a:solidFill>
                <a:latin typeface="Arial"/>
                <a:ea typeface="Arial"/>
                <a:cs typeface="Arial"/>
              </a:defRPr>
            </a:lvl6pPr>
            <a:lvl7pPr>
              <a:defRPr sz="1575" b="1">
                <a:solidFill>
                  <a:srgbClr val="FFFFFF"/>
                </a:solidFill>
                <a:latin typeface="Arial"/>
                <a:ea typeface="Arial"/>
                <a:cs typeface="Arial"/>
              </a:defRPr>
            </a:lvl7pPr>
            <a:lvl8pPr>
              <a:defRPr sz="1575" b="1">
                <a:solidFill>
                  <a:srgbClr val="FFFFFF"/>
                </a:solidFill>
                <a:latin typeface="Arial"/>
                <a:ea typeface="Arial"/>
                <a:cs typeface="Arial"/>
              </a:defRPr>
            </a:lvl8pPr>
            <a:lvl9pPr>
              <a:defRPr sz="1575" b="1">
                <a:solidFill>
                  <a:srgbClr val="FFFFFF"/>
                </a:solidFill>
                <a:latin typeface="Arial"/>
                <a:ea typeface="Arial"/>
                <a:cs typeface="Arial"/>
              </a:defRPr>
            </a:lvl9pPr>
          </a:lstStyle>
          <a:p xmlns:a="http://schemas.openxmlformats.org/drawingml/2006/main">
            <a:pPr>
              <a:defRPr sz="1575" b="1">
                <a:solidFill>
                  <a:srgbClr val="FFFFFF"/>
                </a:solidFill>
                <a:latin typeface="Arial"/>
                <a:ea typeface="Arial"/>
                <a:cs typeface="Arial"/>
              </a:defRPr>
            </a:pPr>
            <a:r>
              <a:rPr sz="1575" b="1">
                <a:solidFill>
                  <a:srgbClr val="FFFFFF"/>
                </a:solidFill>
                <a:latin typeface="Arial"/>
                <a:ea typeface="Arial"/>
                <a:cs typeface="Arial"/>
              </a:rPr>
              <a:t>Interactive exploration</a:t>
            </a:r>
          </a:p>
        </p:txBody>
      </p:sp>
      <p:sp>
        <p:nvSpPr>
          <p:cNvPr id="21" name="">
            <a:extLst xmlns:a="http://schemas.openxmlformats.org/drawingml/2006/main">
              <a:ext uri="{FF2B5EF4-FFF2-40B4-BE49-F238E27FC236}">
                <a16:creationId xmlns:a16="http://schemas.microsoft.com/office/drawing/2014/main" id="{7391AC38-72AD-4B5B-9EC4-85DD30E8D0B1}"/>
              </a:ext>
            </a:extLst>
          </p:cNvPr>
          <p:cNvSpPr>
            <a:spLocks xmlns:a="http://schemas.openxmlformats.org/drawingml/2006/main" noGrp="1"/>
          </p:cNvSpPr>
          <p:nvPr/>
        </p:nvSpPr>
        <p:spPr>
          <a:xfrm xmlns:a="http://schemas.openxmlformats.org/drawingml/2006/main">
            <a:off x="714375" y="11287125"/>
            <a:ext cx="15621000" cy="742950"/>
          </a:xfrm>
          <a:prstGeom xmlns:a="http://schemas.openxmlformats.org/drawingml/2006/main" prst="rect">
            <a:avLst/>
          </a:prstGeom>
          <a:solidFill xmlns:a="http://schemas.openxmlformats.org/drawingml/2006/main">
            <a:srgbClr val="0A2C46"/>
          </a:solidFill>
          <a:ln xmlns:a="http://schemas.openxmlformats.org/drawingml/2006/main" w="0">
            <a:solidFill>
              <a:srgbClr val="0A2C46"/>
            </a:solidFill>
            <a:prstDash val="solid"/>
          </a:ln>
        </p:spPr>
      </p:sp>
      <p:sp>
        <p:nvSpPr>
          <p:cNvPr id="22" name="">
            <a:extLst xmlns:a="http://schemas.openxmlformats.org/drawingml/2006/main">
              <a:ext uri="{FF2B5EF4-FFF2-40B4-BE49-F238E27FC236}">
                <a16:creationId xmlns:a16="http://schemas.microsoft.com/office/drawing/2014/main" id="{00CD07BD-71FD-4B44-A6A5-8E8D55648B76}"/>
              </a:ext>
            </a:extLst>
          </p:cNvPr>
          <p:cNvSpPr>
            <a:spLocks xmlns:a="http://schemas.openxmlformats.org/drawingml/2006/main" noGrp="1"/>
          </p:cNvSpPr>
          <p:nvPr/>
        </p:nvSpPr>
        <p:spPr>
          <a:xfrm xmlns:a="http://schemas.openxmlformats.org/drawingml/2006/main">
            <a:off x="885825" y="11382375"/>
            <a:ext cx="57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2100" b="1">
                <a:solidFill>
                  <a:srgbClr val="16BFD0"/>
                </a:solidFill>
                <a:latin typeface="Arial"/>
                <a:ea typeface="Arial"/>
                <a:cs typeface="Arial"/>
              </a:defRPr>
            </a:defPPr>
            <a:lvl1pPr>
              <a:defRPr sz="2100" b="1">
                <a:solidFill>
                  <a:srgbClr val="16BFD0"/>
                </a:solidFill>
                <a:latin typeface="Arial"/>
                <a:ea typeface="Arial"/>
                <a:cs typeface="Arial"/>
              </a:defRPr>
            </a:lvl1pPr>
            <a:lvl2pPr>
              <a:defRPr sz="2100" b="1">
                <a:solidFill>
                  <a:srgbClr val="16BFD0"/>
                </a:solidFill>
                <a:latin typeface="Arial"/>
                <a:ea typeface="Arial"/>
                <a:cs typeface="Arial"/>
              </a:defRPr>
            </a:lvl2pPr>
            <a:lvl3pPr>
              <a:defRPr sz="2100" b="1">
                <a:solidFill>
                  <a:srgbClr val="16BFD0"/>
                </a:solidFill>
                <a:latin typeface="Arial"/>
                <a:ea typeface="Arial"/>
                <a:cs typeface="Arial"/>
              </a:defRPr>
            </a:lvl3pPr>
            <a:lvl4pPr>
              <a:defRPr sz="2100" b="1">
                <a:solidFill>
                  <a:srgbClr val="16BFD0"/>
                </a:solidFill>
                <a:latin typeface="Arial"/>
                <a:ea typeface="Arial"/>
                <a:cs typeface="Arial"/>
              </a:defRPr>
            </a:lvl4pPr>
            <a:lvl5pPr>
              <a:defRPr sz="2100" b="1">
                <a:solidFill>
                  <a:srgbClr val="16BFD0"/>
                </a:solidFill>
                <a:latin typeface="Arial"/>
                <a:ea typeface="Arial"/>
                <a:cs typeface="Arial"/>
              </a:defRPr>
            </a:lvl5pPr>
            <a:lvl6pPr>
              <a:defRPr sz="2100" b="1">
                <a:solidFill>
                  <a:srgbClr val="16BFD0"/>
                </a:solidFill>
                <a:latin typeface="Arial"/>
                <a:ea typeface="Arial"/>
                <a:cs typeface="Arial"/>
              </a:defRPr>
            </a:lvl6pPr>
            <a:lvl7pPr>
              <a:defRPr sz="2100" b="1">
                <a:solidFill>
                  <a:srgbClr val="16BFD0"/>
                </a:solidFill>
                <a:latin typeface="Arial"/>
                <a:ea typeface="Arial"/>
                <a:cs typeface="Arial"/>
              </a:defRPr>
            </a:lvl7pPr>
            <a:lvl8pPr>
              <a:defRPr sz="2100" b="1">
                <a:solidFill>
                  <a:srgbClr val="16BFD0"/>
                </a:solidFill>
                <a:latin typeface="Arial"/>
                <a:ea typeface="Arial"/>
                <a:cs typeface="Arial"/>
              </a:defRPr>
            </a:lvl8pPr>
            <a:lvl9pPr>
              <a:defRPr sz="2100" b="1">
                <a:solidFill>
                  <a:srgbClr val="16BFD0"/>
                </a:solidFill>
                <a:latin typeface="Arial"/>
                <a:ea typeface="Arial"/>
                <a:cs typeface="Arial"/>
              </a:defRPr>
            </a:lvl9pPr>
          </a:lstStyle>
          <a:p xmlns:a="http://schemas.openxmlformats.org/drawingml/2006/main">
            <a:pPr>
              <a:defRPr sz="2100" b="1">
                <a:solidFill>
                  <a:srgbClr val="16BFD0"/>
                </a:solidFill>
                <a:latin typeface="Arial"/>
                <a:ea typeface="Arial"/>
                <a:cs typeface="Arial"/>
              </a:defRPr>
            </a:pPr>
            <a:r>
              <a:rPr sz="2100" b="1">
                <a:solidFill>
                  <a:srgbClr val="16BFD0"/>
                </a:solidFill>
                <a:latin typeface="Arial"/>
                <a:ea typeface="Arial"/>
                <a:cs typeface="Arial"/>
              </a:rPr>
              <a:t>01</a:t>
            </a:r>
          </a:p>
        </p:txBody>
      </p:sp>
      <p:sp>
        <p:nvSpPr>
          <p:cNvPr id="23" name="">
            <a:extLst xmlns:a="http://schemas.openxmlformats.org/drawingml/2006/main">
              <a:ext uri="{FF2B5EF4-FFF2-40B4-BE49-F238E27FC236}">
                <a16:creationId xmlns:a16="http://schemas.microsoft.com/office/drawing/2014/main" id="{1D9929B1-CEA2-4679-9B61-7A7E1A4B58AE}"/>
              </a:ext>
            </a:extLst>
          </p:cNvPr>
          <p:cNvSpPr>
            <a:spLocks xmlns:a="http://schemas.openxmlformats.org/drawingml/2006/main" noGrp="1"/>
          </p:cNvSpPr>
          <p:nvPr/>
        </p:nvSpPr>
        <p:spPr>
          <a:xfrm xmlns:a="http://schemas.openxmlformats.org/drawingml/2006/main">
            <a:off x="1495425" y="11363325"/>
            <a:ext cx="1466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Research problem and contribution</a:t>
            </a:r>
          </a:p>
        </p:txBody>
      </p:sp>
      <p:sp>
        <p:nvSpPr>
          <p:cNvPr id="24" name="">
            <a:extLst xmlns:a="http://schemas.openxmlformats.org/drawingml/2006/main">
              <a:ext uri="{FF2B5EF4-FFF2-40B4-BE49-F238E27FC236}">
                <a16:creationId xmlns:a16="http://schemas.microsoft.com/office/drawing/2014/main" id="{4D391A42-A143-4636-B085-56B796A41F33}"/>
              </a:ext>
            </a:extLst>
          </p:cNvPr>
          <p:cNvSpPr>
            <a:spLocks xmlns:a="http://schemas.openxmlformats.org/drawingml/2006/main" noGrp="1"/>
          </p:cNvSpPr>
          <p:nvPr/>
        </p:nvSpPr>
        <p:spPr>
          <a:xfrm xmlns:a="http://schemas.openxmlformats.org/drawingml/2006/main">
            <a:off x="714375" y="12030075"/>
            <a:ext cx="15621000" cy="2619375"/>
          </a:xfrm>
          <a:prstGeom xmlns:a="http://schemas.openxmlformats.org/drawingml/2006/main" prst="rect">
            <a:avLst/>
          </a:prstGeom>
          <a:solidFill xmlns:a="http://schemas.openxmlformats.org/drawingml/2006/main">
            <a:srgbClr val="FFFFFF"/>
          </a:solidFill>
          <a:ln xmlns:a="http://schemas.openxmlformats.org/drawingml/2006/main" w="19050">
            <a:solidFill>
              <a:srgbClr val="BDD6DE"/>
            </a:solidFill>
            <a:prstDash val="solid"/>
          </a:ln>
        </p:spPr>
      </p:sp>
      <p:sp>
        <p:nvSpPr>
          <p:cNvPr id="25" name="">
            <a:extLst xmlns:a="http://schemas.openxmlformats.org/drawingml/2006/main">
              <a:ext uri="{FF2B5EF4-FFF2-40B4-BE49-F238E27FC236}">
                <a16:creationId xmlns:a16="http://schemas.microsoft.com/office/drawing/2014/main" id="{976505FE-9527-4EBB-9BCB-7BB493A70A96}"/>
              </a:ext>
            </a:extLst>
          </p:cNvPr>
          <p:cNvSpPr>
            <a:spLocks xmlns:a="http://schemas.openxmlformats.org/drawingml/2006/main" noGrp="1"/>
          </p:cNvSpPr>
          <p:nvPr/>
        </p:nvSpPr>
        <p:spPr>
          <a:xfrm xmlns:a="http://schemas.openxmlformats.org/drawingml/2006/main">
            <a:off x="942975" y="12201525"/>
            <a:ext cx="151638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650" b="0">
                <a:solidFill>
                  <a:srgbClr val="122B3D"/>
                </a:solidFill>
                <a:latin typeface="Arial"/>
                <a:ea typeface="Arial"/>
                <a:cs typeface="Arial"/>
              </a:defRPr>
            </a:defPPr>
            <a:lvl1pPr>
              <a:defRPr sz="1650" b="0">
                <a:solidFill>
                  <a:srgbClr val="122B3D"/>
                </a:solidFill>
                <a:latin typeface="Arial"/>
                <a:ea typeface="Arial"/>
                <a:cs typeface="Arial"/>
              </a:defRPr>
            </a:lvl1pPr>
            <a:lvl2pPr>
              <a:defRPr sz="1650" b="0">
                <a:solidFill>
                  <a:srgbClr val="122B3D"/>
                </a:solidFill>
                <a:latin typeface="Arial"/>
                <a:ea typeface="Arial"/>
                <a:cs typeface="Arial"/>
              </a:defRPr>
            </a:lvl2pPr>
            <a:lvl3pPr>
              <a:defRPr sz="1650" b="0">
                <a:solidFill>
                  <a:srgbClr val="122B3D"/>
                </a:solidFill>
                <a:latin typeface="Arial"/>
                <a:ea typeface="Arial"/>
                <a:cs typeface="Arial"/>
              </a:defRPr>
            </a:lvl3pPr>
            <a:lvl4pPr>
              <a:defRPr sz="1650" b="0">
                <a:solidFill>
                  <a:srgbClr val="122B3D"/>
                </a:solidFill>
                <a:latin typeface="Arial"/>
                <a:ea typeface="Arial"/>
                <a:cs typeface="Arial"/>
              </a:defRPr>
            </a:lvl4pPr>
            <a:lvl5pPr>
              <a:defRPr sz="1650" b="0">
                <a:solidFill>
                  <a:srgbClr val="122B3D"/>
                </a:solidFill>
                <a:latin typeface="Arial"/>
                <a:ea typeface="Arial"/>
                <a:cs typeface="Arial"/>
              </a:defRPr>
            </a:lvl5pPr>
            <a:lvl6pPr>
              <a:defRPr sz="1650" b="0">
                <a:solidFill>
                  <a:srgbClr val="122B3D"/>
                </a:solidFill>
                <a:latin typeface="Arial"/>
                <a:ea typeface="Arial"/>
                <a:cs typeface="Arial"/>
              </a:defRPr>
            </a:lvl6pPr>
            <a:lvl7pPr>
              <a:defRPr sz="1650" b="0">
                <a:solidFill>
                  <a:srgbClr val="122B3D"/>
                </a:solidFill>
                <a:latin typeface="Arial"/>
                <a:ea typeface="Arial"/>
                <a:cs typeface="Arial"/>
              </a:defRPr>
            </a:lvl7pPr>
            <a:lvl8pPr>
              <a:defRPr sz="1650" b="0">
                <a:solidFill>
                  <a:srgbClr val="122B3D"/>
                </a:solidFill>
                <a:latin typeface="Arial"/>
                <a:ea typeface="Arial"/>
                <a:cs typeface="Arial"/>
              </a:defRPr>
            </a:lvl8pPr>
            <a:lvl9pPr>
              <a:defRPr sz="1650" b="0">
                <a:solidFill>
                  <a:srgbClr val="122B3D"/>
                </a:solidFill>
                <a:latin typeface="Arial"/>
                <a:ea typeface="Arial"/>
                <a:cs typeface="Arial"/>
              </a:defRPr>
            </a:lvl9pPr>
          </a:lstStyle>
          <a:p xmlns:a="http://schemas.openxmlformats.org/drawingml/2006/main">
            <a:pPr>
              <a:defRPr sz="1650" b="0">
                <a:solidFill>
                  <a:srgbClr val="122B3D"/>
                </a:solidFill>
                <a:latin typeface="Arial"/>
                <a:ea typeface="Arial"/>
                <a:cs typeface="Arial"/>
              </a:defRPr>
            </a:pPr>
            <a:r>
              <a:rPr sz="1650" b="0">
                <a:solidFill>
                  <a:srgbClr val="122B3D"/>
                </a:solidFill>
                <a:latin typeface="Arial"/>
                <a:ea typeface="Arial"/>
                <a:cs typeface="Arial"/>
              </a:rPr>
              <a:t>Transit surveys produce large time-series datasets, but a brightness dip alone does not confirm a planet. Stellar variability, eclipsing binaries, instrumental noise and processing artifacts can create similar signatures. ExoPlain connects candidate measurements, FITS processing, experimental classifiers and a language-model explanation layer so learners can trace how an input becomes an assessment.</a:t>
            </a:r>
          </a:p>
        </p:txBody>
      </p:sp>
      <p:sp>
        <p:nvSpPr>
          <p:cNvPr id="26" name="">
            <a:extLst xmlns:a="http://schemas.openxmlformats.org/drawingml/2006/main">
              <a:ext uri="{FF2B5EF4-FFF2-40B4-BE49-F238E27FC236}">
                <a16:creationId xmlns:a16="http://schemas.microsoft.com/office/drawing/2014/main" id="{AE9F8201-97F3-4275-9FBB-B637AD167DC0}"/>
              </a:ext>
            </a:extLst>
          </p:cNvPr>
          <p:cNvSpPr>
            <a:spLocks xmlns:a="http://schemas.openxmlformats.org/drawingml/2006/main" noGrp="1"/>
          </p:cNvSpPr>
          <p:nvPr/>
        </p:nvSpPr>
        <p:spPr>
          <a:xfrm xmlns:a="http://schemas.openxmlformats.org/drawingml/2006/main">
            <a:off x="942975" y="13601700"/>
            <a:ext cx="15163800" cy="819150"/>
          </a:xfrm>
          <a:prstGeom xmlns:a="http://schemas.openxmlformats.org/drawingml/2006/main" prst="rect">
            <a:avLst/>
          </a:prstGeom>
          <a:solidFill xmlns:a="http://schemas.openxmlformats.org/drawingml/2006/main">
            <a:srgbClr val="EAF5F8"/>
          </a:solidFill>
          <a:ln xmlns:a="http://schemas.openxmlformats.org/drawingml/2006/main" w="19050">
            <a:solidFill>
              <a:srgbClr val="009BB5"/>
            </a:solidFill>
            <a:prstDash val="solid"/>
          </a:ln>
        </p:spPr>
      </p:sp>
      <p:sp>
        <p:nvSpPr>
          <p:cNvPr id="27" name="">
            <a:extLst xmlns:a="http://schemas.openxmlformats.org/drawingml/2006/main">
              <a:ext uri="{FF2B5EF4-FFF2-40B4-BE49-F238E27FC236}">
                <a16:creationId xmlns:a16="http://schemas.microsoft.com/office/drawing/2014/main" id="{D19D4387-8FE8-4A0C-A3F5-AEE9278D87D6}"/>
              </a:ext>
            </a:extLst>
          </p:cNvPr>
          <p:cNvSpPr>
            <a:spLocks xmlns:a="http://schemas.openxmlformats.org/drawingml/2006/main" noGrp="1"/>
          </p:cNvSpPr>
          <p:nvPr/>
        </p:nvSpPr>
        <p:spPr>
          <a:xfrm xmlns:a="http://schemas.openxmlformats.org/drawingml/2006/main">
            <a:off x="1095375" y="13677900"/>
            <a:ext cx="14859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575" b="1">
                <a:solidFill>
                  <a:srgbClr val="0A2C46"/>
                </a:solidFill>
                <a:latin typeface="Arial"/>
                <a:ea typeface="Arial"/>
                <a:cs typeface="Arial"/>
              </a:defRPr>
            </a:defPPr>
            <a:lvl1pPr>
              <a:defRPr sz="1575" b="1">
                <a:solidFill>
                  <a:srgbClr val="0A2C46"/>
                </a:solidFill>
                <a:latin typeface="Arial"/>
                <a:ea typeface="Arial"/>
                <a:cs typeface="Arial"/>
              </a:defRPr>
            </a:lvl1pPr>
            <a:lvl2pPr>
              <a:defRPr sz="1575" b="1">
                <a:solidFill>
                  <a:srgbClr val="0A2C46"/>
                </a:solidFill>
                <a:latin typeface="Arial"/>
                <a:ea typeface="Arial"/>
                <a:cs typeface="Arial"/>
              </a:defRPr>
            </a:lvl2pPr>
            <a:lvl3pPr>
              <a:defRPr sz="1575" b="1">
                <a:solidFill>
                  <a:srgbClr val="0A2C46"/>
                </a:solidFill>
                <a:latin typeface="Arial"/>
                <a:ea typeface="Arial"/>
                <a:cs typeface="Arial"/>
              </a:defRPr>
            </a:lvl3pPr>
            <a:lvl4pPr>
              <a:defRPr sz="1575" b="1">
                <a:solidFill>
                  <a:srgbClr val="0A2C46"/>
                </a:solidFill>
                <a:latin typeface="Arial"/>
                <a:ea typeface="Arial"/>
                <a:cs typeface="Arial"/>
              </a:defRPr>
            </a:lvl4pPr>
            <a:lvl5pPr>
              <a:defRPr sz="1575" b="1">
                <a:solidFill>
                  <a:srgbClr val="0A2C46"/>
                </a:solidFill>
                <a:latin typeface="Arial"/>
                <a:ea typeface="Arial"/>
                <a:cs typeface="Arial"/>
              </a:defRPr>
            </a:lvl5pPr>
            <a:lvl6pPr>
              <a:defRPr sz="1575" b="1">
                <a:solidFill>
                  <a:srgbClr val="0A2C46"/>
                </a:solidFill>
                <a:latin typeface="Arial"/>
                <a:ea typeface="Arial"/>
                <a:cs typeface="Arial"/>
              </a:defRPr>
            </a:lvl6pPr>
            <a:lvl7pPr>
              <a:defRPr sz="1575" b="1">
                <a:solidFill>
                  <a:srgbClr val="0A2C46"/>
                </a:solidFill>
                <a:latin typeface="Arial"/>
                <a:ea typeface="Arial"/>
                <a:cs typeface="Arial"/>
              </a:defRPr>
            </a:lvl7pPr>
            <a:lvl8pPr>
              <a:defRPr sz="1575" b="1">
                <a:solidFill>
                  <a:srgbClr val="0A2C46"/>
                </a:solidFill>
                <a:latin typeface="Arial"/>
                <a:ea typeface="Arial"/>
                <a:cs typeface="Arial"/>
              </a:defRPr>
            </a:lvl8pPr>
            <a:lvl9pPr>
              <a:defRPr sz="1575" b="1">
                <a:solidFill>
                  <a:srgbClr val="0A2C46"/>
                </a:solidFill>
                <a:latin typeface="Arial"/>
                <a:ea typeface="Arial"/>
                <a:cs typeface="Arial"/>
              </a:defRPr>
            </a:lvl9pPr>
          </a:lstStyle>
          <a:p xmlns:a="http://schemas.openxmlformats.org/drawingml/2006/main">
            <a:pPr>
              <a:defRPr sz="1575" b="1">
                <a:solidFill>
                  <a:srgbClr val="0A2C46"/>
                </a:solidFill>
                <a:latin typeface="Arial"/>
                <a:ea typeface="Arial"/>
                <a:cs typeface="Arial"/>
              </a:defRPr>
            </a:pPr>
            <a:r>
              <a:rPr sz="1575" b="1">
                <a:solidFill>
                  <a:srgbClr val="0A2C46"/>
                </a:solidFill>
                <a:latin typeface="Arial"/>
                <a:ea typeface="Arial"/>
                <a:cs typeface="Arial"/>
              </a:rPr>
              <a:t>Research question: How can an interactive AI system make exoplanet evidence easier to interpret while preserving uncertainty and the distinction between screening and confirmation?</a:t>
            </a:r>
          </a:p>
        </p:txBody>
      </p:sp>
      <p:sp>
        <p:nvSpPr>
          <p:cNvPr id="28" name="">
            <a:extLst xmlns:a="http://schemas.openxmlformats.org/drawingml/2006/main">
              <a:ext uri="{FF2B5EF4-FFF2-40B4-BE49-F238E27FC236}">
                <a16:creationId xmlns:a16="http://schemas.microsoft.com/office/drawing/2014/main" id="{1A11D4BD-B283-4390-BB4A-593FDB151242}"/>
              </a:ext>
            </a:extLst>
          </p:cNvPr>
          <p:cNvSpPr>
            <a:spLocks xmlns:a="http://schemas.openxmlformats.org/drawingml/2006/main" noGrp="1"/>
          </p:cNvSpPr>
          <p:nvPr/>
        </p:nvSpPr>
        <p:spPr>
          <a:xfrm xmlns:a="http://schemas.openxmlformats.org/drawingml/2006/main">
            <a:off x="714375" y="14916150"/>
            <a:ext cx="15621000" cy="742950"/>
          </a:xfrm>
          <a:prstGeom xmlns:a="http://schemas.openxmlformats.org/drawingml/2006/main" prst="rect">
            <a:avLst/>
          </a:prstGeom>
          <a:solidFill xmlns:a="http://schemas.openxmlformats.org/drawingml/2006/main">
            <a:srgbClr val="0A2C46"/>
          </a:solidFill>
          <a:ln xmlns:a="http://schemas.openxmlformats.org/drawingml/2006/main" w="0">
            <a:solidFill>
              <a:srgbClr val="0A2C46"/>
            </a:solidFill>
            <a:prstDash val="solid"/>
          </a:ln>
        </p:spPr>
      </p:sp>
      <p:sp>
        <p:nvSpPr>
          <p:cNvPr id="29" name="">
            <a:extLst xmlns:a="http://schemas.openxmlformats.org/drawingml/2006/main">
              <a:ext uri="{FF2B5EF4-FFF2-40B4-BE49-F238E27FC236}">
                <a16:creationId xmlns:a16="http://schemas.microsoft.com/office/drawing/2014/main" id="{E714437B-660F-4330-91F7-2CED2CBE6B7E}"/>
              </a:ext>
            </a:extLst>
          </p:cNvPr>
          <p:cNvSpPr>
            <a:spLocks xmlns:a="http://schemas.openxmlformats.org/drawingml/2006/main" noGrp="1"/>
          </p:cNvSpPr>
          <p:nvPr/>
        </p:nvSpPr>
        <p:spPr>
          <a:xfrm xmlns:a="http://schemas.openxmlformats.org/drawingml/2006/main">
            <a:off x="885825" y="15011400"/>
            <a:ext cx="57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2100" b="1">
                <a:solidFill>
                  <a:srgbClr val="16BFD0"/>
                </a:solidFill>
                <a:latin typeface="Arial"/>
                <a:ea typeface="Arial"/>
                <a:cs typeface="Arial"/>
              </a:defRPr>
            </a:defPPr>
            <a:lvl1pPr>
              <a:defRPr sz="2100" b="1">
                <a:solidFill>
                  <a:srgbClr val="16BFD0"/>
                </a:solidFill>
                <a:latin typeface="Arial"/>
                <a:ea typeface="Arial"/>
                <a:cs typeface="Arial"/>
              </a:defRPr>
            </a:lvl1pPr>
            <a:lvl2pPr>
              <a:defRPr sz="2100" b="1">
                <a:solidFill>
                  <a:srgbClr val="16BFD0"/>
                </a:solidFill>
                <a:latin typeface="Arial"/>
                <a:ea typeface="Arial"/>
                <a:cs typeface="Arial"/>
              </a:defRPr>
            </a:lvl2pPr>
            <a:lvl3pPr>
              <a:defRPr sz="2100" b="1">
                <a:solidFill>
                  <a:srgbClr val="16BFD0"/>
                </a:solidFill>
                <a:latin typeface="Arial"/>
                <a:ea typeface="Arial"/>
                <a:cs typeface="Arial"/>
              </a:defRPr>
            </a:lvl3pPr>
            <a:lvl4pPr>
              <a:defRPr sz="2100" b="1">
                <a:solidFill>
                  <a:srgbClr val="16BFD0"/>
                </a:solidFill>
                <a:latin typeface="Arial"/>
                <a:ea typeface="Arial"/>
                <a:cs typeface="Arial"/>
              </a:defRPr>
            </a:lvl4pPr>
            <a:lvl5pPr>
              <a:defRPr sz="2100" b="1">
                <a:solidFill>
                  <a:srgbClr val="16BFD0"/>
                </a:solidFill>
                <a:latin typeface="Arial"/>
                <a:ea typeface="Arial"/>
                <a:cs typeface="Arial"/>
              </a:defRPr>
            </a:lvl5pPr>
            <a:lvl6pPr>
              <a:defRPr sz="2100" b="1">
                <a:solidFill>
                  <a:srgbClr val="16BFD0"/>
                </a:solidFill>
                <a:latin typeface="Arial"/>
                <a:ea typeface="Arial"/>
                <a:cs typeface="Arial"/>
              </a:defRPr>
            </a:lvl6pPr>
            <a:lvl7pPr>
              <a:defRPr sz="2100" b="1">
                <a:solidFill>
                  <a:srgbClr val="16BFD0"/>
                </a:solidFill>
                <a:latin typeface="Arial"/>
                <a:ea typeface="Arial"/>
                <a:cs typeface="Arial"/>
              </a:defRPr>
            </a:lvl7pPr>
            <a:lvl8pPr>
              <a:defRPr sz="2100" b="1">
                <a:solidFill>
                  <a:srgbClr val="16BFD0"/>
                </a:solidFill>
                <a:latin typeface="Arial"/>
                <a:ea typeface="Arial"/>
                <a:cs typeface="Arial"/>
              </a:defRPr>
            </a:lvl8pPr>
            <a:lvl9pPr>
              <a:defRPr sz="2100" b="1">
                <a:solidFill>
                  <a:srgbClr val="16BFD0"/>
                </a:solidFill>
                <a:latin typeface="Arial"/>
                <a:ea typeface="Arial"/>
                <a:cs typeface="Arial"/>
              </a:defRPr>
            </a:lvl9pPr>
          </a:lstStyle>
          <a:p xmlns:a="http://schemas.openxmlformats.org/drawingml/2006/main">
            <a:pPr>
              <a:defRPr sz="2100" b="1">
                <a:solidFill>
                  <a:srgbClr val="16BFD0"/>
                </a:solidFill>
                <a:latin typeface="Arial"/>
                <a:ea typeface="Arial"/>
                <a:cs typeface="Arial"/>
              </a:defRPr>
            </a:pPr>
            <a:r>
              <a:rPr sz="2100" b="1">
                <a:solidFill>
                  <a:srgbClr val="16BFD0"/>
                </a:solidFill>
                <a:latin typeface="Arial"/>
                <a:ea typeface="Arial"/>
                <a:cs typeface="Arial"/>
              </a:rPr>
              <a:t>02</a:t>
            </a:r>
          </a:p>
        </p:txBody>
      </p:sp>
      <p:sp>
        <p:nvSpPr>
          <p:cNvPr id="30" name="">
            <a:extLst xmlns:a="http://schemas.openxmlformats.org/drawingml/2006/main">
              <a:ext uri="{FF2B5EF4-FFF2-40B4-BE49-F238E27FC236}">
                <a16:creationId xmlns:a16="http://schemas.microsoft.com/office/drawing/2014/main" id="{A9085EA5-0058-4962-9C2E-F43853F3AB3C}"/>
              </a:ext>
            </a:extLst>
          </p:cNvPr>
          <p:cNvSpPr>
            <a:spLocks xmlns:a="http://schemas.openxmlformats.org/drawingml/2006/main" noGrp="1"/>
          </p:cNvSpPr>
          <p:nvPr/>
        </p:nvSpPr>
        <p:spPr>
          <a:xfrm xmlns:a="http://schemas.openxmlformats.org/drawingml/2006/main">
            <a:off x="1495425" y="14992350"/>
            <a:ext cx="1466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End-to-end analysis pipeline</a:t>
            </a:r>
          </a:p>
        </p:txBody>
      </p:sp>
      <p:sp>
        <p:nvSpPr>
          <p:cNvPr id="31" name="">
            <a:extLst xmlns:a="http://schemas.openxmlformats.org/drawingml/2006/main">
              <a:ext uri="{FF2B5EF4-FFF2-40B4-BE49-F238E27FC236}">
                <a16:creationId xmlns:a16="http://schemas.microsoft.com/office/drawing/2014/main" id="{B7B4CF7E-AF53-4074-A30F-0B6244810F78}"/>
              </a:ext>
            </a:extLst>
          </p:cNvPr>
          <p:cNvSpPr>
            <a:spLocks xmlns:a="http://schemas.openxmlformats.org/drawingml/2006/main" noGrp="1"/>
          </p:cNvSpPr>
          <p:nvPr/>
        </p:nvSpPr>
        <p:spPr>
          <a:xfrm xmlns:a="http://schemas.openxmlformats.org/drawingml/2006/main">
            <a:off x="714375" y="15659100"/>
            <a:ext cx="15621000" cy="4286250"/>
          </a:xfrm>
          <a:prstGeom xmlns:a="http://schemas.openxmlformats.org/drawingml/2006/main" prst="rect">
            <a:avLst/>
          </a:prstGeom>
          <a:solidFill xmlns:a="http://schemas.openxmlformats.org/drawingml/2006/main">
            <a:srgbClr val="FFFFFF"/>
          </a:solidFill>
          <a:ln xmlns:a="http://schemas.openxmlformats.org/drawingml/2006/main" w="19050">
            <a:solidFill>
              <a:srgbClr val="BDD6DE"/>
            </a:solidFill>
            <a:prstDash val="solid"/>
          </a:ln>
        </p:spPr>
      </p:sp>
      <p:sp>
        <p:nvSpPr>
          <p:cNvPr id="32" name="">
            <a:extLst xmlns:a="http://schemas.openxmlformats.org/drawingml/2006/main">
              <a:ext uri="{FF2B5EF4-FFF2-40B4-BE49-F238E27FC236}">
                <a16:creationId xmlns:a16="http://schemas.microsoft.com/office/drawing/2014/main" id="{3A82A749-4ED1-4B90-B3A4-DB9077872F65}"/>
              </a:ext>
            </a:extLst>
          </p:cNvPr>
          <p:cNvSpPr>
            <a:spLocks xmlns:a="http://schemas.openxmlformats.org/drawingml/2006/main" noGrp="1"/>
          </p:cNvSpPr>
          <p:nvPr/>
        </p:nvSpPr>
        <p:spPr>
          <a:xfrm xmlns:a="http://schemas.openxmlformats.org/drawingml/2006/main">
            <a:off x="885825" y="15868650"/>
            <a:ext cx="2987040" cy="2095500"/>
          </a:xfrm>
          <a:prstGeom xmlns:a="http://schemas.openxmlformats.org/drawingml/2006/main" prst="rect">
            <a:avLst/>
          </a:prstGeom>
          <a:solidFill xmlns:a="http://schemas.openxmlformats.org/drawingml/2006/main">
            <a:srgbClr val="EAF5F8"/>
          </a:solidFill>
          <a:ln xmlns:a="http://schemas.openxmlformats.org/drawingml/2006/main" w="19050">
            <a:solidFill>
              <a:srgbClr val="009BB5"/>
            </a:solidFill>
            <a:prstDash val="solid"/>
          </a:ln>
        </p:spPr>
      </p:sp>
      <p:sp>
        <p:nvSpPr>
          <p:cNvPr id="33" name="">
            <a:extLst xmlns:a="http://schemas.openxmlformats.org/drawingml/2006/main">
              <a:ext uri="{FF2B5EF4-FFF2-40B4-BE49-F238E27FC236}">
                <a16:creationId xmlns:a16="http://schemas.microsoft.com/office/drawing/2014/main" id="{F3F8A533-7644-4393-9278-09ABD35FF6A0}"/>
              </a:ext>
            </a:extLst>
          </p:cNvPr>
          <p:cNvSpPr>
            <a:spLocks xmlns:a="http://schemas.openxmlformats.org/drawingml/2006/main" noGrp="1"/>
          </p:cNvSpPr>
          <p:nvPr/>
        </p:nvSpPr>
        <p:spPr>
          <a:xfrm xmlns:a="http://schemas.openxmlformats.org/drawingml/2006/main">
            <a:off x="885825" y="15868650"/>
            <a:ext cx="2987040" cy="95250"/>
          </a:xfrm>
          <a:prstGeom xmlns:a="http://schemas.openxmlformats.org/drawingml/2006/main" prst="rect">
            <a:avLst/>
          </a:prstGeom>
          <a:solidFill xmlns:a="http://schemas.openxmlformats.org/drawingml/2006/main">
            <a:srgbClr val="009BB5"/>
          </a:solidFill>
          <a:ln xmlns:a="http://schemas.openxmlformats.org/drawingml/2006/main" w="0">
            <a:solidFill>
              <a:srgbClr val="009BB5"/>
            </a:solidFill>
            <a:prstDash val="solid"/>
          </a:ln>
        </p:spPr>
      </p:sp>
      <p:sp>
        <p:nvSpPr>
          <p:cNvPr id="34" name="">
            <a:extLst xmlns:a="http://schemas.openxmlformats.org/drawingml/2006/main">
              <a:ext uri="{FF2B5EF4-FFF2-40B4-BE49-F238E27FC236}">
                <a16:creationId xmlns:a16="http://schemas.microsoft.com/office/drawing/2014/main" id="{34B15BE4-3F74-4802-9741-B29E27B67DAA}"/>
              </a:ext>
            </a:extLst>
          </p:cNvPr>
          <p:cNvSpPr>
            <a:spLocks xmlns:a="http://schemas.openxmlformats.org/drawingml/2006/main" noGrp="1"/>
          </p:cNvSpPr>
          <p:nvPr/>
        </p:nvSpPr>
        <p:spPr>
          <a:xfrm xmlns:a="http://schemas.openxmlformats.org/drawingml/2006/main">
            <a:off x="1000125" y="16078200"/>
            <a:ext cx="275844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650" b="1">
                <a:solidFill>
                  <a:srgbClr val="009BB5"/>
                </a:solidFill>
                <a:latin typeface="Arial"/>
                <a:ea typeface="Arial"/>
                <a:cs typeface="Arial"/>
              </a:defRPr>
            </a:defPPr>
            <a:lvl1pPr>
              <a:defRPr sz="1650" b="1">
                <a:solidFill>
                  <a:srgbClr val="009BB5"/>
                </a:solidFill>
                <a:latin typeface="Arial"/>
                <a:ea typeface="Arial"/>
                <a:cs typeface="Arial"/>
              </a:defRPr>
            </a:lvl1pPr>
            <a:lvl2pPr>
              <a:defRPr sz="1650" b="1">
                <a:solidFill>
                  <a:srgbClr val="009BB5"/>
                </a:solidFill>
                <a:latin typeface="Arial"/>
                <a:ea typeface="Arial"/>
                <a:cs typeface="Arial"/>
              </a:defRPr>
            </a:lvl2pPr>
            <a:lvl3pPr>
              <a:defRPr sz="1650" b="1">
                <a:solidFill>
                  <a:srgbClr val="009BB5"/>
                </a:solidFill>
                <a:latin typeface="Arial"/>
                <a:ea typeface="Arial"/>
                <a:cs typeface="Arial"/>
              </a:defRPr>
            </a:lvl3pPr>
            <a:lvl4pPr>
              <a:defRPr sz="1650" b="1">
                <a:solidFill>
                  <a:srgbClr val="009BB5"/>
                </a:solidFill>
                <a:latin typeface="Arial"/>
                <a:ea typeface="Arial"/>
                <a:cs typeface="Arial"/>
              </a:defRPr>
            </a:lvl4pPr>
            <a:lvl5pPr>
              <a:defRPr sz="1650" b="1">
                <a:solidFill>
                  <a:srgbClr val="009BB5"/>
                </a:solidFill>
                <a:latin typeface="Arial"/>
                <a:ea typeface="Arial"/>
                <a:cs typeface="Arial"/>
              </a:defRPr>
            </a:lvl5pPr>
            <a:lvl6pPr>
              <a:defRPr sz="1650" b="1">
                <a:solidFill>
                  <a:srgbClr val="009BB5"/>
                </a:solidFill>
                <a:latin typeface="Arial"/>
                <a:ea typeface="Arial"/>
                <a:cs typeface="Arial"/>
              </a:defRPr>
            </a:lvl6pPr>
            <a:lvl7pPr>
              <a:defRPr sz="1650" b="1">
                <a:solidFill>
                  <a:srgbClr val="009BB5"/>
                </a:solidFill>
                <a:latin typeface="Arial"/>
                <a:ea typeface="Arial"/>
                <a:cs typeface="Arial"/>
              </a:defRPr>
            </a:lvl7pPr>
            <a:lvl8pPr>
              <a:defRPr sz="1650" b="1">
                <a:solidFill>
                  <a:srgbClr val="009BB5"/>
                </a:solidFill>
                <a:latin typeface="Arial"/>
                <a:ea typeface="Arial"/>
                <a:cs typeface="Arial"/>
              </a:defRPr>
            </a:lvl8pPr>
            <a:lvl9pPr>
              <a:defRPr sz="1650" b="1">
                <a:solidFill>
                  <a:srgbClr val="009BB5"/>
                </a:solidFill>
                <a:latin typeface="Arial"/>
                <a:ea typeface="Arial"/>
                <a:cs typeface="Arial"/>
              </a:defRPr>
            </a:lvl9pPr>
          </a:lstStyle>
          <a:p xmlns:a="http://schemas.openxmlformats.org/drawingml/2006/main">
            <a:pPr>
              <a:defRPr sz="1650" b="1">
                <a:solidFill>
                  <a:srgbClr val="009BB5"/>
                </a:solidFill>
                <a:latin typeface="Arial"/>
                <a:ea typeface="Arial"/>
                <a:cs typeface="Arial"/>
              </a:defRPr>
            </a:pPr>
            <a:r>
              <a:rPr sz="1650" b="1">
                <a:solidFill>
                  <a:srgbClr val="009BB5"/>
                </a:solidFill>
                <a:latin typeface="Arial"/>
                <a:ea typeface="Arial"/>
                <a:cs typeface="Arial"/>
              </a:rPr>
              <a:t>1 · Acquire</a:t>
            </a:r>
          </a:p>
        </p:txBody>
      </p:sp>
      <p:sp>
        <p:nvSpPr>
          <p:cNvPr id="35" name="">
            <a:extLst xmlns:a="http://schemas.openxmlformats.org/drawingml/2006/main">
              <a:ext uri="{FF2B5EF4-FFF2-40B4-BE49-F238E27FC236}">
                <a16:creationId xmlns:a16="http://schemas.microsoft.com/office/drawing/2014/main" id="{F624DC13-1C83-4C74-871B-18FEFC91EF45}"/>
              </a:ext>
            </a:extLst>
          </p:cNvPr>
          <p:cNvSpPr>
            <a:spLocks xmlns:a="http://schemas.openxmlformats.org/drawingml/2006/main" noGrp="1"/>
          </p:cNvSpPr>
          <p:nvPr/>
        </p:nvSpPr>
        <p:spPr>
          <a:xfrm xmlns:a="http://schemas.openxmlformats.org/drawingml/2006/main">
            <a:off x="1000125" y="16563975"/>
            <a:ext cx="275844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350" b="0">
                <a:solidFill>
                  <a:srgbClr val="122B3D"/>
                </a:solidFill>
                <a:latin typeface="Arial"/>
                <a:ea typeface="Arial"/>
                <a:cs typeface="Arial"/>
              </a:defRPr>
            </a:defPPr>
            <a:lvl1pPr>
              <a:defRPr sz="1350" b="0">
                <a:solidFill>
                  <a:srgbClr val="122B3D"/>
                </a:solidFill>
                <a:latin typeface="Arial"/>
                <a:ea typeface="Arial"/>
                <a:cs typeface="Arial"/>
              </a:defRPr>
            </a:lvl1pPr>
            <a:lvl2pPr>
              <a:defRPr sz="1350" b="0">
                <a:solidFill>
                  <a:srgbClr val="122B3D"/>
                </a:solidFill>
                <a:latin typeface="Arial"/>
                <a:ea typeface="Arial"/>
                <a:cs typeface="Arial"/>
              </a:defRPr>
            </a:lvl2pPr>
            <a:lvl3pPr>
              <a:defRPr sz="1350" b="0">
                <a:solidFill>
                  <a:srgbClr val="122B3D"/>
                </a:solidFill>
                <a:latin typeface="Arial"/>
                <a:ea typeface="Arial"/>
                <a:cs typeface="Arial"/>
              </a:defRPr>
            </a:lvl3pPr>
            <a:lvl4pPr>
              <a:defRPr sz="1350" b="0">
                <a:solidFill>
                  <a:srgbClr val="122B3D"/>
                </a:solidFill>
                <a:latin typeface="Arial"/>
                <a:ea typeface="Arial"/>
                <a:cs typeface="Arial"/>
              </a:defRPr>
            </a:lvl4pPr>
            <a:lvl5pPr>
              <a:defRPr sz="1350" b="0">
                <a:solidFill>
                  <a:srgbClr val="122B3D"/>
                </a:solidFill>
                <a:latin typeface="Arial"/>
                <a:ea typeface="Arial"/>
                <a:cs typeface="Arial"/>
              </a:defRPr>
            </a:lvl5pPr>
            <a:lvl6pPr>
              <a:defRPr sz="1350" b="0">
                <a:solidFill>
                  <a:srgbClr val="122B3D"/>
                </a:solidFill>
                <a:latin typeface="Arial"/>
                <a:ea typeface="Arial"/>
                <a:cs typeface="Arial"/>
              </a:defRPr>
            </a:lvl6pPr>
            <a:lvl7pPr>
              <a:defRPr sz="1350" b="0">
                <a:solidFill>
                  <a:srgbClr val="122B3D"/>
                </a:solidFill>
                <a:latin typeface="Arial"/>
                <a:ea typeface="Arial"/>
                <a:cs typeface="Arial"/>
              </a:defRPr>
            </a:lvl7pPr>
            <a:lvl8pPr>
              <a:defRPr sz="1350" b="0">
                <a:solidFill>
                  <a:srgbClr val="122B3D"/>
                </a:solidFill>
                <a:latin typeface="Arial"/>
                <a:ea typeface="Arial"/>
                <a:cs typeface="Arial"/>
              </a:defRPr>
            </a:lvl8pPr>
            <a:lvl9pPr>
              <a:defRPr sz="1350" b="0">
                <a:solidFill>
                  <a:srgbClr val="122B3D"/>
                </a:solidFill>
                <a:latin typeface="Arial"/>
                <a:ea typeface="Arial"/>
                <a:cs typeface="Arial"/>
              </a:defRPr>
            </a:lvl9pPr>
          </a:lstStyle>
          <a:p xmlns:a="http://schemas.openxmlformats.org/drawingml/2006/main">
            <a:pPr>
              <a:defRPr sz="1350" b="0">
                <a:solidFill>
                  <a:srgbClr val="122B3D"/>
                </a:solidFill>
                <a:latin typeface="Arial"/>
                <a:ea typeface="Arial"/>
                <a:cs typeface="Arial"/>
              </a:defRPr>
            </a:pPr>
            <a:r>
              <a:rPr sz="1350" b="0">
                <a:solidFill>
                  <a:srgbClr val="122B3D"/>
                </a:solidFill>
                <a:latin typeface="Arial"/>
                <a:ea typeface="Arial"/>
                <a:cs typeface="Arial"/>
              </a:rPr>
              <a:t>Upload FITS or enter 16 orbital, transit, stellar and position fields.</a:t>
            </a:r>
          </a:p>
        </p:txBody>
      </p:sp>
      <p:sp>
        <p:nvSpPr>
          <p:cNvPr id="36" name="">
            <a:extLst xmlns:a="http://schemas.openxmlformats.org/drawingml/2006/main">
              <a:ext uri="{FF2B5EF4-FFF2-40B4-BE49-F238E27FC236}">
                <a16:creationId xmlns:a16="http://schemas.microsoft.com/office/drawing/2014/main" id="{9648AE43-3450-4C3B-9384-1915C9F8A6DE}"/>
              </a:ext>
            </a:extLst>
          </p:cNvPr>
          <p:cNvSpPr>
            <a:spLocks xmlns:a="http://schemas.openxmlformats.org/drawingml/2006/main" noGrp="1"/>
          </p:cNvSpPr>
          <p:nvPr/>
        </p:nvSpPr>
        <p:spPr>
          <a:xfrm xmlns:a="http://schemas.openxmlformats.org/drawingml/2006/main">
            <a:off x="3958590" y="15868650"/>
            <a:ext cx="2987040" cy="2095500"/>
          </a:xfrm>
          <a:prstGeom xmlns:a="http://schemas.openxmlformats.org/drawingml/2006/main" prst="rect">
            <a:avLst/>
          </a:prstGeom>
          <a:solidFill xmlns:a="http://schemas.openxmlformats.org/drawingml/2006/main">
            <a:srgbClr val="EAF5F8"/>
          </a:solidFill>
          <a:ln xmlns:a="http://schemas.openxmlformats.org/drawingml/2006/main" w="19050">
            <a:solidFill>
              <a:srgbClr val="009BB5"/>
            </a:solidFill>
            <a:prstDash val="solid"/>
          </a:ln>
        </p:spPr>
      </p:sp>
      <p:sp>
        <p:nvSpPr>
          <p:cNvPr id="37" name="">
            <a:extLst xmlns:a="http://schemas.openxmlformats.org/drawingml/2006/main">
              <a:ext uri="{FF2B5EF4-FFF2-40B4-BE49-F238E27FC236}">
                <a16:creationId xmlns:a16="http://schemas.microsoft.com/office/drawing/2014/main" id="{5F9934E5-F100-48F7-A894-A70BB2FFFA0C}"/>
              </a:ext>
            </a:extLst>
          </p:cNvPr>
          <p:cNvSpPr>
            <a:spLocks xmlns:a="http://schemas.openxmlformats.org/drawingml/2006/main" noGrp="1"/>
          </p:cNvSpPr>
          <p:nvPr/>
        </p:nvSpPr>
        <p:spPr>
          <a:xfrm xmlns:a="http://schemas.openxmlformats.org/drawingml/2006/main">
            <a:off x="3958590" y="15868650"/>
            <a:ext cx="2987040" cy="95250"/>
          </a:xfrm>
          <a:prstGeom xmlns:a="http://schemas.openxmlformats.org/drawingml/2006/main" prst="rect">
            <a:avLst/>
          </a:prstGeom>
          <a:solidFill xmlns:a="http://schemas.openxmlformats.org/drawingml/2006/main">
            <a:srgbClr val="009BB5"/>
          </a:solidFill>
          <a:ln xmlns:a="http://schemas.openxmlformats.org/drawingml/2006/main" w="0">
            <a:solidFill>
              <a:srgbClr val="009BB5"/>
            </a:solidFill>
            <a:prstDash val="solid"/>
          </a:ln>
        </p:spPr>
      </p:sp>
      <p:sp>
        <p:nvSpPr>
          <p:cNvPr id="38" name="">
            <a:extLst xmlns:a="http://schemas.openxmlformats.org/drawingml/2006/main">
              <a:ext uri="{FF2B5EF4-FFF2-40B4-BE49-F238E27FC236}">
                <a16:creationId xmlns:a16="http://schemas.microsoft.com/office/drawing/2014/main" id="{8DE38C99-6789-4D4C-A152-555B30D88A56}"/>
              </a:ext>
            </a:extLst>
          </p:cNvPr>
          <p:cNvSpPr>
            <a:spLocks xmlns:a="http://schemas.openxmlformats.org/drawingml/2006/main" noGrp="1"/>
          </p:cNvSpPr>
          <p:nvPr/>
        </p:nvSpPr>
        <p:spPr>
          <a:xfrm xmlns:a="http://schemas.openxmlformats.org/drawingml/2006/main">
            <a:off x="4072890" y="16078200"/>
            <a:ext cx="275844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650" b="1">
                <a:solidFill>
                  <a:srgbClr val="009BB5"/>
                </a:solidFill>
                <a:latin typeface="Arial"/>
                <a:ea typeface="Arial"/>
                <a:cs typeface="Arial"/>
              </a:defRPr>
            </a:defPPr>
            <a:lvl1pPr>
              <a:defRPr sz="1650" b="1">
                <a:solidFill>
                  <a:srgbClr val="009BB5"/>
                </a:solidFill>
                <a:latin typeface="Arial"/>
                <a:ea typeface="Arial"/>
                <a:cs typeface="Arial"/>
              </a:defRPr>
            </a:lvl1pPr>
            <a:lvl2pPr>
              <a:defRPr sz="1650" b="1">
                <a:solidFill>
                  <a:srgbClr val="009BB5"/>
                </a:solidFill>
                <a:latin typeface="Arial"/>
                <a:ea typeface="Arial"/>
                <a:cs typeface="Arial"/>
              </a:defRPr>
            </a:lvl2pPr>
            <a:lvl3pPr>
              <a:defRPr sz="1650" b="1">
                <a:solidFill>
                  <a:srgbClr val="009BB5"/>
                </a:solidFill>
                <a:latin typeface="Arial"/>
                <a:ea typeface="Arial"/>
                <a:cs typeface="Arial"/>
              </a:defRPr>
            </a:lvl3pPr>
            <a:lvl4pPr>
              <a:defRPr sz="1650" b="1">
                <a:solidFill>
                  <a:srgbClr val="009BB5"/>
                </a:solidFill>
                <a:latin typeface="Arial"/>
                <a:ea typeface="Arial"/>
                <a:cs typeface="Arial"/>
              </a:defRPr>
            </a:lvl4pPr>
            <a:lvl5pPr>
              <a:defRPr sz="1650" b="1">
                <a:solidFill>
                  <a:srgbClr val="009BB5"/>
                </a:solidFill>
                <a:latin typeface="Arial"/>
                <a:ea typeface="Arial"/>
                <a:cs typeface="Arial"/>
              </a:defRPr>
            </a:lvl5pPr>
            <a:lvl6pPr>
              <a:defRPr sz="1650" b="1">
                <a:solidFill>
                  <a:srgbClr val="009BB5"/>
                </a:solidFill>
                <a:latin typeface="Arial"/>
                <a:ea typeface="Arial"/>
                <a:cs typeface="Arial"/>
              </a:defRPr>
            </a:lvl6pPr>
            <a:lvl7pPr>
              <a:defRPr sz="1650" b="1">
                <a:solidFill>
                  <a:srgbClr val="009BB5"/>
                </a:solidFill>
                <a:latin typeface="Arial"/>
                <a:ea typeface="Arial"/>
                <a:cs typeface="Arial"/>
              </a:defRPr>
            </a:lvl7pPr>
            <a:lvl8pPr>
              <a:defRPr sz="1650" b="1">
                <a:solidFill>
                  <a:srgbClr val="009BB5"/>
                </a:solidFill>
                <a:latin typeface="Arial"/>
                <a:ea typeface="Arial"/>
                <a:cs typeface="Arial"/>
              </a:defRPr>
            </a:lvl8pPr>
            <a:lvl9pPr>
              <a:defRPr sz="1650" b="1">
                <a:solidFill>
                  <a:srgbClr val="009BB5"/>
                </a:solidFill>
                <a:latin typeface="Arial"/>
                <a:ea typeface="Arial"/>
                <a:cs typeface="Arial"/>
              </a:defRPr>
            </a:lvl9pPr>
          </a:lstStyle>
          <a:p xmlns:a="http://schemas.openxmlformats.org/drawingml/2006/main">
            <a:pPr>
              <a:defRPr sz="1650" b="1">
                <a:solidFill>
                  <a:srgbClr val="009BB5"/>
                </a:solidFill>
                <a:latin typeface="Arial"/>
                <a:ea typeface="Arial"/>
                <a:cs typeface="Arial"/>
              </a:defRPr>
            </a:pPr>
            <a:r>
              <a:rPr sz="1650" b="1">
                <a:solidFill>
                  <a:srgbClr val="009BB5"/>
                </a:solidFill>
                <a:latin typeface="Arial"/>
                <a:ea typeface="Arial"/>
                <a:cs typeface="Arial"/>
              </a:rPr>
              <a:t>2 · Clean</a:t>
            </a:r>
          </a:p>
        </p:txBody>
      </p:sp>
      <p:sp>
        <p:nvSpPr>
          <p:cNvPr id="39" name="">
            <a:extLst xmlns:a="http://schemas.openxmlformats.org/drawingml/2006/main">
              <a:ext uri="{FF2B5EF4-FFF2-40B4-BE49-F238E27FC236}">
                <a16:creationId xmlns:a16="http://schemas.microsoft.com/office/drawing/2014/main" id="{F1D00874-B7AA-463D-ACE5-B77ED2083C61}"/>
              </a:ext>
            </a:extLst>
          </p:cNvPr>
          <p:cNvSpPr>
            <a:spLocks xmlns:a="http://schemas.openxmlformats.org/drawingml/2006/main" noGrp="1"/>
          </p:cNvSpPr>
          <p:nvPr/>
        </p:nvSpPr>
        <p:spPr>
          <a:xfrm xmlns:a="http://schemas.openxmlformats.org/drawingml/2006/main">
            <a:off x="4072890" y="16563975"/>
            <a:ext cx="275844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350" b="0">
                <a:solidFill>
                  <a:srgbClr val="122B3D"/>
                </a:solidFill>
                <a:latin typeface="Arial"/>
                <a:ea typeface="Arial"/>
                <a:cs typeface="Arial"/>
              </a:defRPr>
            </a:defPPr>
            <a:lvl1pPr>
              <a:defRPr sz="1350" b="0">
                <a:solidFill>
                  <a:srgbClr val="122B3D"/>
                </a:solidFill>
                <a:latin typeface="Arial"/>
                <a:ea typeface="Arial"/>
                <a:cs typeface="Arial"/>
              </a:defRPr>
            </a:lvl1pPr>
            <a:lvl2pPr>
              <a:defRPr sz="1350" b="0">
                <a:solidFill>
                  <a:srgbClr val="122B3D"/>
                </a:solidFill>
                <a:latin typeface="Arial"/>
                <a:ea typeface="Arial"/>
                <a:cs typeface="Arial"/>
              </a:defRPr>
            </a:lvl2pPr>
            <a:lvl3pPr>
              <a:defRPr sz="1350" b="0">
                <a:solidFill>
                  <a:srgbClr val="122B3D"/>
                </a:solidFill>
                <a:latin typeface="Arial"/>
                <a:ea typeface="Arial"/>
                <a:cs typeface="Arial"/>
              </a:defRPr>
            </a:lvl3pPr>
            <a:lvl4pPr>
              <a:defRPr sz="1350" b="0">
                <a:solidFill>
                  <a:srgbClr val="122B3D"/>
                </a:solidFill>
                <a:latin typeface="Arial"/>
                <a:ea typeface="Arial"/>
                <a:cs typeface="Arial"/>
              </a:defRPr>
            </a:lvl4pPr>
            <a:lvl5pPr>
              <a:defRPr sz="1350" b="0">
                <a:solidFill>
                  <a:srgbClr val="122B3D"/>
                </a:solidFill>
                <a:latin typeface="Arial"/>
                <a:ea typeface="Arial"/>
                <a:cs typeface="Arial"/>
              </a:defRPr>
            </a:lvl5pPr>
            <a:lvl6pPr>
              <a:defRPr sz="1350" b="0">
                <a:solidFill>
                  <a:srgbClr val="122B3D"/>
                </a:solidFill>
                <a:latin typeface="Arial"/>
                <a:ea typeface="Arial"/>
                <a:cs typeface="Arial"/>
              </a:defRPr>
            </a:lvl6pPr>
            <a:lvl7pPr>
              <a:defRPr sz="1350" b="0">
                <a:solidFill>
                  <a:srgbClr val="122B3D"/>
                </a:solidFill>
                <a:latin typeface="Arial"/>
                <a:ea typeface="Arial"/>
                <a:cs typeface="Arial"/>
              </a:defRPr>
            </a:lvl7pPr>
            <a:lvl8pPr>
              <a:defRPr sz="1350" b="0">
                <a:solidFill>
                  <a:srgbClr val="122B3D"/>
                </a:solidFill>
                <a:latin typeface="Arial"/>
                <a:ea typeface="Arial"/>
                <a:cs typeface="Arial"/>
              </a:defRPr>
            </a:lvl8pPr>
            <a:lvl9pPr>
              <a:defRPr sz="1350" b="0">
                <a:solidFill>
                  <a:srgbClr val="122B3D"/>
                </a:solidFill>
                <a:latin typeface="Arial"/>
                <a:ea typeface="Arial"/>
                <a:cs typeface="Arial"/>
              </a:defRPr>
            </a:lvl9pPr>
          </a:lstStyle>
          <a:p xmlns:a="http://schemas.openxmlformats.org/drawingml/2006/main">
            <a:pPr>
              <a:defRPr sz="1350" b="0">
                <a:solidFill>
                  <a:srgbClr val="122B3D"/>
                </a:solidFill>
                <a:latin typeface="Arial"/>
                <a:ea typeface="Arial"/>
                <a:cs typeface="Arial"/>
              </a:defRPr>
            </a:pPr>
            <a:r>
              <a:rPr sz="1350" b="0">
                <a:solidFill>
                  <a:srgbClr val="122B3D"/>
                </a:solidFill>
                <a:latin typeface="Arial"/>
                <a:ea typeface="Arial"/>
                <a:cs typeface="Arial"/>
              </a:rPr>
              <a:t>Select TIME/flux columns, remove invalid rows and median-normalize.</a:t>
            </a:r>
          </a:p>
        </p:txBody>
      </p:sp>
      <p:sp>
        <p:nvSpPr>
          <p:cNvPr id="40" name="">
            <a:extLst xmlns:a="http://schemas.openxmlformats.org/drawingml/2006/main">
              <a:ext uri="{FF2B5EF4-FFF2-40B4-BE49-F238E27FC236}">
                <a16:creationId xmlns:a16="http://schemas.microsoft.com/office/drawing/2014/main" id="{1527158E-5FA8-4941-A9C9-AC7B2BA7DAF3}"/>
              </a:ext>
            </a:extLst>
          </p:cNvPr>
          <p:cNvSpPr>
            <a:spLocks xmlns:a="http://schemas.openxmlformats.org/drawingml/2006/main" noGrp="1"/>
          </p:cNvSpPr>
          <p:nvPr/>
        </p:nvSpPr>
        <p:spPr>
          <a:xfrm xmlns:a="http://schemas.openxmlformats.org/drawingml/2006/main">
            <a:off x="7031355" y="15868650"/>
            <a:ext cx="2987040" cy="2095500"/>
          </a:xfrm>
          <a:prstGeom xmlns:a="http://schemas.openxmlformats.org/drawingml/2006/main" prst="rect">
            <a:avLst/>
          </a:prstGeom>
          <a:solidFill xmlns:a="http://schemas.openxmlformats.org/drawingml/2006/main">
            <a:srgbClr val="EAF5F8"/>
          </a:solidFill>
          <a:ln xmlns:a="http://schemas.openxmlformats.org/drawingml/2006/main" w="19050">
            <a:solidFill>
              <a:srgbClr val="009BB5"/>
            </a:solidFill>
            <a:prstDash val="solid"/>
          </a:ln>
        </p:spPr>
      </p:sp>
      <p:sp>
        <p:nvSpPr>
          <p:cNvPr id="41" name="">
            <a:extLst xmlns:a="http://schemas.openxmlformats.org/drawingml/2006/main">
              <a:ext uri="{FF2B5EF4-FFF2-40B4-BE49-F238E27FC236}">
                <a16:creationId xmlns:a16="http://schemas.microsoft.com/office/drawing/2014/main" id="{E4EC713E-E824-459F-947C-B5B46D928AFE}"/>
              </a:ext>
            </a:extLst>
          </p:cNvPr>
          <p:cNvSpPr>
            <a:spLocks xmlns:a="http://schemas.openxmlformats.org/drawingml/2006/main" noGrp="1"/>
          </p:cNvSpPr>
          <p:nvPr/>
        </p:nvSpPr>
        <p:spPr>
          <a:xfrm xmlns:a="http://schemas.openxmlformats.org/drawingml/2006/main">
            <a:off x="7031355" y="15868650"/>
            <a:ext cx="2987040" cy="95250"/>
          </a:xfrm>
          <a:prstGeom xmlns:a="http://schemas.openxmlformats.org/drawingml/2006/main" prst="rect">
            <a:avLst/>
          </a:prstGeom>
          <a:solidFill xmlns:a="http://schemas.openxmlformats.org/drawingml/2006/main">
            <a:srgbClr val="009BB5"/>
          </a:solidFill>
          <a:ln xmlns:a="http://schemas.openxmlformats.org/drawingml/2006/main" w="0">
            <a:solidFill>
              <a:srgbClr val="009BB5"/>
            </a:solidFill>
            <a:prstDash val="solid"/>
          </a:ln>
        </p:spPr>
      </p:sp>
      <p:sp>
        <p:nvSpPr>
          <p:cNvPr id="42" name="">
            <a:extLst xmlns:a="http://schemas.openxmlformats.org/drawingml/2006/main">
              <a:ext uri="{FF2B5EF4-FFF2-40B4-BE49-F238E27FC236}">
                <a16:creationId xmlns:a16="http://schemas.microsoft.com/office/drawing/2014/main" id="{ECA0AB6A-9522-4B8F-B5E8-5BD364AF57FD}"/>
              </a:ext>
            </a:extLst>
          </p:cNvPr>
          <p:cNvSpPr>
            <a:spLocks xmlns:a="http://schemas.openxmlformats.org/drawingml/2006/main" noGrp="1"/>
          </p:cNvSpPr>
          <p:nvPr/>
        </p:nvSpPr>
        <p:spPr>
          <a:xfrm xmlns:a="http://schemas.openxmlformats.org/drawingml/2006/main">
            <a:off x="7145655" y="16078200"/>
            <a:ext cx="275844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650" b="1">
                <a:solidFill>
                  <a:srgbClr val="009BB5"/>
                </a:solidFill>
                <a:latin typeface="Arial"/>
                <a:ea typeface="Arial"/>
                <a:cs typeface="Arial"/>
              </a:defRPr>
            </a:defPPr>
            <a:lvl1pPr>
              <a:defRPr sz="1650" b="1">
                <a:solidFill>
                  <a:srgbClr val="009BB5"/>
                </a:solidFill>
                <a:latin typeface="Arial"/>
                <a:ea typeface="Arial"/>
                <a:cs typeface="Arial"/>
              </a:defRPr>
            </a:lvl1pPr>
            <a:lvl2pPr>
              <a:defRPr sz="1650" b="1">
                <a:solidFill>
                  <a:srgbClr val="009BB5"/>
                </a:solidFill>
                <a:latin typeface="Arial"/>
                <a:ea typeface="Arial"/>
                <a:cs typeface="Arial"/>
              </a:defRPr>
            </a:lvl2pPr>
            <a:lvl3pPr>
              <a:defRPr sz="1650" b="1">
                <a:solidFill>
                  <a:srgbClr val="009BB5"/>
                </a:solidFill>
                <a:latin typeface="Arial"/>
                <a:ea typeface="Arial"/>
                <a:cs typeface="Arial"/>
              </a:defRPr>
            </a:lvl3pPr>
            <a:lvl4pPr>
              <a:defRPr sz="1650" b="1">
                <a:solidFill>
                  <a:srgbClr val="009BB5"/>
                </a:solidFill>
                <a:latin typeface="Arial"/>
                <a:ea typeface="Arial"/>
                <a:cs typeface="Arial"/>
              </a:defRPr>
            </a:lvl4pPr>
            <a:lvl5pPr>
              <a:defRPr sz="1650" b="1">
                <a:solidFill>
                  <a:srgbClr val="009BB5"/>
                </a:solidFill>
                <a:latin typeface="Arial"/>
                <a:ea typeface="Arial"/>
                <a:cs typeface="Arial"/>
              </a:defRPr>
            </a:lvl5pPr>
            <a:lvl6pPr>
              <a:defRPr sz="1650" b="1">
                <a:solidFill>
                  <a:srgbClr val="009BB5"/>
                </a:solidFill>
                <a:latin typeface="Arial"/>
                <a:ea typeface="Arial"/>
                <a:cs typeface="Arial"/>
              </a:defRPr>
            </a:lvl6pPr>
            <a:lvl7pPr>
              <a:defRPr sz="1650" b="1">
                <a:solidFill>
                  <a:srgbClr val="009BB5"/>
                </a:solidFill>
                <a:latin typeface="Arial"/>
                <a:ea typeface="Arial"/>
                <a:cs typeface="Arial"/>
              </a:defRPr>
            </a:lvl7pPr>
            <a:lvl8pPr>
              <a:defRPr sz="1650" b="1">
                <a:solidFill>
                  <a:srgbClr val="009BB5"/>
                </a:solidFill>
                <a:latin typeface="Arial"/>
                <a:ea typeface="Arial"/>
                <a:cs typeface="Arial"/>
              </a:defRPr>
            </a:lvl8pPr>
            <a:lvl9pPr>
              <a:defRPr sz="1650" b="1">
                <a:solidFill>
                  <a:srgbClr val="009BB5"/>
                </a:solidFill>
                <a:latin typeface="Arial"/>
                <a:ea typeface="Arial"/>
                <a:cs typeface="Arial"/>
              </a:defRPr>
            </a:lvl9pPr>
          </a:lstStyle>
          <a:p xmlns:a="http://schemas.openxmlformats.org/drawingml/2006/main">
            <a:pPr>
              <a:defRPr sz="1650" b="1">
                <a:solidFill>
                  <a:srgbClr val="009BB5"/>
                </a:solidFill>
                <a:latin typeface="Arial"/>
                <a:ea typeface="Arial"/>
                <a:cs typeface="Arial"/>
              </a:defRPr>
            </a:pPr>
            <a:r>
              <a:rPr sz="1650" b="1">
                <a:solidFill>
                  <a:srgbClr val="009BB5"/>
                </a:solidFill>
                <a:latin typeface="Arial"/>
                <a:ea typeface="Arial"/>
                <a:cs typeface="Arial"/>
              </a:rPr>
              <a:t>3 · Represent</a:t>
            </a:r>
          </a:p>
        </p:txBody>
      </p:sp>
      <p:sp>
        <p:nvSpPr>
          <p:cNvPr id="43" name="">
            <a:extLst xmlns:a="http://schemas.openxmlformats.org/drawingml/2006/main">
              <a:ext uri="{FF2B5EF4-FFF2-40B4-BE49-F238E27FC236}">
                <a16:creationId xmlns:a16="http://schemas.microsoft.com/office/drawing/2014/main" id="{AF4E4BAC-AE01-4752-9233-F9221741D68B}"/>
              </a:ext>
            </a:extLst>
          </p:cNvPr>
          <p:cNvSpPr>
            <a:spLocks xmlns:a="http://schemas.openxmlformats.org/drawingml/2006/main" noGrp="1"/>
          </p:cNvSpPr>
          <p:nvPr/>
        </p:nvSpPr>
        <p:spPr>
          <a:xfrm xmlns:a="http://schemas.openxmlformats.org/drawingml/2006/main">
            <a:off x="7145655" y="16563975"/>
            <a:ext cx="275844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350" b="0">
                <a:solidFill>
                  <a:srgbClr val="122B3D"/>
                </a:solidFill>
                <a:latin typeface="Arial"/>
                <a:ea typeface="Arial"/>
                <a:cs typeface="Arial"/>
              </a:defRPr>
            </a:defPPr>
            <a:lvl1pPr>
              <a:defRPr sz="1350" b="0">
                <a:solidFill>
                  <a:srgbClr val="122B3D"/>
                </a:solidFill>
                <a:latin typeface="Arial"/>
                <a:ea typeface="Arial"/>
                <a:cs typeface="Arial"/>
              </a:defRPr>
            </a:lvl1pPr>
            <a:lvl2pPr>
              <a:defRPr sz="1350" b="0">
                <a:solidFill>
                  <a:srgbClr val="122B3D"/>
                </a:solidFill>
                <a:latin typeface="Arial"/>
                <a:ea typeface="Arial"/>
                <a:cs typeface="Arial"/>
              </a:defRPr>
            </a:lvl2pPr>
            <a:lvl3pPr>
              <a:defRPr sz="1350" b="0">
                <a:solidFill>
                  <a:srgbClr val="122B3D"/>
                </a:solidFill>
                <a:latin typeface="Arial"/>
                <a:ea typeface="Arial"/>
                <a:cs typeface="Arial"/>
              </a:defRPr>
            </a:lvl3pPr>
            <a:lvl4pPr>
              <a:defRPr sz="1350" b="0">
                <a:solidFill>
                  <a:srgbClr val="122B3D"/>
                </a:solidFill>
                <a:latin typeface="Arial"/>
                <a:ea typeface="Arial"/>
                <a:cs typeface="Arial"/>
              </a:defRPr>
            </a:lvl4pPr>
            <a:lvl5pPr>
              <a:defRPr sz="1350" b="0">
                <a:solidFill>
                  <a:srgbClr val="122B3D"/>
                </a:solidFill>
                <a:latin typeface="Arial"/>
                <a:ea typeface="Arial"/>
                <a:cs typeface="Arial"/>
              </a:defRPr>
            </a:lvl5pPr>
            <a:lvl6pPr>
              <a:defRPr sz="1350" b="0">
                <a:solidFill>
                  <a:srgbClr val="122B3D"/>
                </a:solidFill>
                <a:latin typeface="Arial"/>
                <a:ea typeface="Arial"/>
                <a:cs typeface="Arial"/>
              </a:defRPr>
            </a:lvl6pPr>
            <a:lvl7pPr>
              <a:defRPr sz="1350" b="0">
                <a:solidFill>
                  <a:srgbClr val="122B3D"/>
                </a:solidFill>
                <a:latin typeface="Arial"/>
                <a:ea typeface="Arial"/>
                <a:cs typeface="Arial"/>
              </a:defRPr>
            </a:lvl7pPr>
            <a:lvl8pPr>
              <a:defRPr sz="1350" b="0">
                <a:solidFill>
                  <a:srgbClr val="122B3D"/>
                </a:solidFill>
                <a:latin typeface="Arial"/>
                <a:ea typeface="Arial"/>
                <a:cs typeface="Arial"/>
              </a:defRPr>
            </a:lvl8pPr>
            <a:lvl9pPr>
              <a:defRPr sz="1350" b="0">
                <a:solidFill>
                  <a:srgbClr val="122B3D"/>
                </a:solidFill>
                <a:latin typeface="Arial"/>
                <a:ea typeface="Arial"/>
                <a:cs typeface="Arial"/>
              </a:defRPr>
            </a:lvl9pPr>
          </a:lstStyle>
          <a:p xmlns:a="http://schemas.openxmlformats.org/drawingml/2006/main">
            <a:pPr>
              <a:defRPr sz="1350" b="0">
                <a:solidFill>
                  <a:srgbClr val="122B3D"/>
                </a:solidFill>
                <a:latin typeface="Arial"/>
                <a:ea typeface="Arial"/>
                <a:cs typeface="Arial"/>
              </a:defRPr>
            </a:pPr>
            <a:r>
              <a:rPr sz="1350" b="0">
                <a:solidFill>
                  <a:srgbClr val="122B3D"/>
                </a:solidFill>
                <a:latin typeface="Arial"/>
                <a:ea typeface="Arial"/>
                <a:cs typeface="Arial"/>
              </a:rPr>
              <a:t>Interpolate to 2,048 points and compute 37 engineered features.</a:t>
            </a:r>
          </a:p>
        </p:txBody>
      </p:sp>
      <p:sp>
        <p:nvSpPr>
          <p:cNvPr id="44" name="">
            <a:extLst xmlns:a="http://schemas.openxmlformats.org/drawingml/2006/main">
              <a:ext uri="{FF2B5EF4-FFF2-40B4-BE49-F238E27FC236}">
                <a16:creationId xmlns:a16="http://schemas.microsoft.com/office/drawing/2014/main" id="{69063147-3B9F-459F-91D1-87910C722ACB}"/>
              </a:ext>
            </a:extLst>
          </p:cNvPr>
          <p:cNvSpPr>
            <a:spLocks xmlns:a="http://schemas.openxmlformats.org/drawingml/2006/main" noGrp="1"/>
          </p:cNvSpPr>
          <p:nvPr/>
        </p:nvSpPr>
        <p:spPr>
          <a:xfrm xmlns:a="http://schemas.openxmlformats.org/drawingml/2006/main">
            <a:off x="10104120" y="15868650"/>
            <a:ext cx="2987040" cy="2095500"/>
          </a:xfrm>
          <a:prstGeom xmlns:a="http://schemas.openxmlformats.org/drawingml/2006/main" prst="rect">
            <a:avLst/>
          </a:prstGeom>
          <a:solidFill xmlns:a="http://schemas.openxmlformats.org/drawingml/2006/main">
            <a:srgbClr val="EAF5F8"/>
          </a:solidFill>
          <a:ln xmlns:a="http://schemas.openxmlformats.org/drawingml/2006/main" w="19050">
            <a:solidFill>
              <a:srgbClr val="009BB5"/>
            </a:solidFill>
            <a:prstDash val="solid"/>
          </a:ln>
        </p:spPr>
      </p:sp>
      <p:sp>
        <p:nvSpPr>
          <p:cNvPr id="45" name="">
            <a:extLst xmlns:a="http://schemas.openxmlformats.org/drawingml/2006/main">
              <a:ext uri="{FF2B5EF4-FFF2-40B4-BE49-F238E27FC236}">
                <a16:creationId xmlns:a16="http://schemas.microsoft.com/office/drawing/2014/main" id="{13B37475-AE32-4A1B-BFB2-3A740710D6BD}"/>
              </a:ext>
            </a:extLst>
          </p:cNvPr>
          <p:cNvSpPr>
            <a:spLocks xmlns:a="http://schemas.openxmlformats.org/drawingml/2006/main" noGrp="1"/>
          </p:cNvSpPr>
          <p:nvPr/>
        </p:nvSpPr>
        <p:spPr>
          <a:xfrm xmlns:a="http://schemas.openxmlformats.org/drawingml/2006/main">
            <a:off x="10104120" y="15868650"/>
            <a:ext cx="2987040" cy="95250"/>
          </a:xfrm>
          <a:prstGeom xmlns:a="http://schemas.openxmlformats.org/drawingml/2006/main" prst="rect">
            <a:avLst/>
          </a:prstGeom>
          <a:solidFill xmlns:a="http://schemas.openxmlformats.org/drawingml/2006/main">
            <a:srgbClr val="009BB5"/>
          </a:solidFill>
          <a:ln xmlns:a="http://schemas.openxmlformats.org/drawingml/2006/main" w="0">
            <a:solidFill>
              <a:srgbClr val="009BB5"/>
            </a:solidFill>
            <a:prstDash val="solid"/>
          </a:ln>
        </p:spPr>
      </p:sp>
      <p:sp>
        <p:nvSpPr>
          <p:cNvPr id="46" name="">
            <a:extLst xmlns:a="http://schemas.openxmlformats.org/drawingml/2006/main">
              <a:ext uri="{FF2B5EF4-FFF2-40B4-BE49-F238E27FC236}">
                <a16:creationId xmlns:a16="http://schemas.microsoft.com/office/drawing/2014/main" id="{C3BD0095-CE9D-4DAD-A121-A8C812D6C497}"/>
              </a:ext>
            </a:extLst>
          </p:cNvPr>
          <p:cNvSpPr>
            <a:spLocks xmlns:a="http://schemas.openxmlformats.org/drawingml/2006/main" noGrp="1"/>
          </p:cNvSpPr>
          <p:nvPr/>
        </p:nvSpPr>
        <p:spPr>
          <a:xfrm xmlns:a="http://schemas.openxmlformats.org/drawingml/2006/main">
            <a:off x="10218420" y="16078200"/>
            <a:ext cx="275844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650" b="1">
                <a:solidFill>
                  <a:srgbClr val="009BB5"/>
                </a:solidFill>
                <a:latin typeface="Arial"/>
                <a:ea typeface="Arial"/>
                <a:cs typeface="Arial"/>
              </a:defRPr>
            </a:defPPr>
            <a:lvl1pPr>
              <a:defRPr sz="1650" b="1">
                <a:solidFill>
                  <a:srgbClr val="009BB5"/>
                </a:solidFill>
                <a:latin typeface="Arial"/>
                <a:ea typeface="Arial"/>
                <a:cs typeface="Arial"/>
              </a:defRPr>
            </a:lvl1pPr>
            <a:lvl2pPr>
              <a:defRPr sz="1650" b="1">
                <a:solidFill>
                  <a:srgbClr val="009BB5"/>
                </a:solidFill>
                <a:latin typeface="Arial"/>
                <a:ea typeface="Arial"/>
                <a:cs typeface="Arial"/>
              </a:defRPr>
            </a:lvl2pPr>
            <a:lvl3pPr>
              <a:defRPr sz="1650" b="1">
                <a:solidFill>
                  <a:srgbClr val="009BB5"/>
                </a:solidFill>
                <a:latin typeface="Arial"/>
                <a:ea typeface="Arial"/>
                <a:cs typeface="Arial"/>
              </a:defRPr>
            </a:lvl3pPr>
            <a:lvl4pPr>
              <a:defRPr sz="1650" b="1">
                <a:solidFill>
                  <a:srgbClr val="009BB5"/>
                </a:solidFill>
                <a:latin typeface="Arial"/>
                <a:ea typeface="Arial"/>
                <a:cs typeface="Arial"/>
              </a:defRPr>
            </a:lvl4pPr>
            <a:lvl5pPr>
              <a:defRPr sz="1650" b="1">
                <a:solidFill>
                  <a:srgbClr val="009BB5"/>
                </a:solidFill>
                <a:latin typeface="Arial"/>
                <a:ea typeface="Arial"/>
                <a:cs typeface="Arial"/>
              </a:defRPr>
            </a:lvl5pPr>
            <a:lvl6pPr>
              <a:defRPr sz="1650" b="1">
                <a:solidFill>
                  <a:srgbClr val="009BB5"/>
                </a:solidFill>
                <a:latin typeface="Arial"/>
                <a:ea typeface="Arial"/>
                <a:cs typeface="Arial"/>
              </a:defRPr>
            </a:lvl6pPr>
            <a:lvl7pPr>
              <a:defRPr sz="1650" b="1">
                <a:solidFill>
                  <a:srgbClr val="009BB5"/>
                </a:solidFill>
                <a:latin typeface="Arial"/>
                <a:ea typeface="Arial"/>
                <a:cs typeface="Arial"/>
              </a:defRPr>
            </a:lvl7pPr>
            <a:lvl8pPr>
              <a:defRPr sz="1650" b="1">
                <a:solidFill>
                  <a:srgbClr val="009BB5"/>
                </a:solidFill>
                <a:latin typeface="Arial"/>
                <a:ea typeface="Arial"/>
                <a:cs typeface="Arial"/>
              </a:defRPr>
            </a:lvl8pPr>
            <a:lvl9pPr>
              <a:defRPr sz="1650" b="1">
                <a:solidFill>
                  <a:srgbClr val="009BB5"/>
                </a:solidFill>
                <a:latin typeface="Arial"/>
                <a:ea typeface="Arial"/>
                <a:cs typeface="Arial"/>
              </a:defRPr>
            </a:lvl9pPr>
          </a:lstStyle>
          <a:p xmlns:a="http://schemas.openxmlformats.org/drawingml/2006/main">
            <a:pPr>
              <a:defRPr sz="1650" b="1">
                <a:solidFill>
                  <a:srgbClr val="009BB5"/>
                </a:solidFill>
                <a:latin typeface="Arial"/>
                <a:ea typeface="Arial"/>
                <a:cs typeface="Arial"/>
              </a:defRPr>
            </a:pPr>
            <a:r>
              <a:rPr sz="1650" b="1">
                <a:solidFill>
                  <a:srgbClr val="009BB5"/>
                </a:solidFill>
                <a:latin typeface="Arial"/>
                <a:ea typeface="Arial"/>
                <a:cs typeface="Arial"/>
              </a:rPr>
              <a:t>4 · Classify</a:t>
            </a:r>
          </a:p>
        </p:txBody>
      </p:sp>
      <p:sp>
        <p:nvSpPr>
          <p:cNvPr id="47" name="">
            <a:extLst xmlns:a="http://schemas.openxmlformats.org/drawingml/2006/main">
              <a:ext uri="{FF2B5EF4-FFF2-40B4-BE49-F238E27FC236}">
                <a16:creationId xmlns:a16="http://schemas.microsoft.com/office/drawing/2014/main" id="{E23472C6-4BF7-454D-A670-7B52F8A72886}"/>
              </a:ext>
            </a:extLst>
          </p:cNvPr>
          <p:cNvSpPr>
            <a:spLocks xmlns:a="http://schemas.openxmlformats.org/drawingml/2006/main" noGrp="1"/>
          </p:cNvSpPr>
          <p:nvPr/>
        </p:nvSpPr>
        <p:spPr>
          <a:xfrm xmlns:a="http://schemas.openxmlformats.org/drawingml/2006/main">
            <a:off x="10218420" y="16563975"/>
            <a:ext cx="275844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350" b="0">
                <a:solidFill>
                  <a:srgbClr val="122B3D"/>
                </a:solidFill>
                <a:latin typeface="Arial"/>
                <a:ea typeface="Arial"/>
                <a:cs typeface="Arial"/>
              </a:defRPr>
            </a:defPPr>
            <a:lvl1pPr>
              <a:defRPr sz="1350" b="0">
                <a:solidFill>
                  <a:srgbClr val="122B3D"/>
                </a:solidFill>
                <a:latin typeface="Arial"/>
                <a:ea typeface="Arial"/>
                <a:cs typeface="Arial"/>
              </a:defRPr>
            </a:lvl1pPr>
            <a:lvl2pPr>
              <a:defRPr sz="1350" b="0">
                <a:solidFill>
                  <a:srgbClr val="122B3D"/>
                </a:solidFill>
                <a:latin typeface="Arial"/>
                <a:ea typeface="Arial"/>
                <a:cs typeface="Arial"/>
              </a:defRPr>
            </a:lvl2pPr>
            <a:lvl3pPr>
              <a:defRPr sz="1350" b="0">
                <a:solidFill>
                  <a:srgbClr val="122B3D"/>
                </a:solidFill>
                <a:latin typeface="Arial"/>
                <a:ea typeface="Arial"/>
                <a:cs typeface="Arial"/>
              </a:defRPr>
            </a:lvl3pPr>
            <a:lvl4pPr>
              <a:defRPr sz="1350" b="0">
                <a:solidFill>
                  <a:srgbClr val="122B3D"/>
                </a:solidFill>
                <a:latin typeface="Arial"/>
                <a:ea typeface="Arial"/>
                <a:cs typeface="Arial"/>
              </a:defRPr>
            </a:lvl4pPr>
            <a:lvl5pPr>
              <a:defRPr sz="1350" b="0">
                <a:solidFill>
                  <a:srgbClr val="122B3D"/>
                </a:solidFill>
                <a:latin typeface="Arial"/>
                <a:ea typeface="Arial"/>
                <a:cs typeface="Arial"/>
              </a:defRPr>
            </a:lvl5pPr>
            <a:lvl6pPr>
              <a:defRPr sz="1350" b="0">
                <a:solidFill>
                  <a:srgbClr val="122B3D"/>
                </a:solidFill>
                <a:latin typeface="Arial"/>
                <a:ea typeface="Arial"/>
                <a:cs typeface="Arial"/>
              </a:defRPr>
            </a:lvl6pPr>
            <a:lvl7pPr>
              <a:defRPr sz="1350" b="0">
                <a:solidFill>
                  <a:srgbClr val="122B3D"/>
                </a:solidFill>
                <a:latin typeface="Arial"/>
                <a:ea typeface="Arial"/>
                <a:cs typeface="Arial"/>
              </a:defRPr>
            </a:lvl7pPr>
            <a:lvl8pPr>
              <a:defRPr sz="1350" b="0">
                <a:solidFill>
                  <a:srgbClr val="122B3D"/>
                </a:solidFill>
                <a:latin typeface="Arial"/>
                <a:ea typeface="Arial"/>
                <a:cs typeface="Arial"/>
              </a:defRPr>
            </a:lvl8pPr>
            <a:lvl9pPr>
              <a:defRPr sz="1350" b="0">
                <a:solidFill>
                  <a:srgbClr val="122B3D"/>
                </a:solidFill>
                <a:latin typeface="Arial"/>
                <a:ea typeface="Arial"/>
                <a:cs typeface="Arial"/>
              </a:defRPr>
            </a:lvl9pPr>
          </a:lstStyle>
          <a:p xmlns:a="http://schemas.openxmlformats.org/drawingml/2006/main">
            <a:pPr>
              <a:defRPr sz="1350" b="0">
                <a:solidFill>
                  <a:srgbClr val="122B3D"/>
                </a:solidFill>
                <a:latin typeface="Arial"/>
                <a:ea typeface="Arial"/>
                <a:cs typeface="Arial"/>
              </a:defRPr>
            </a:pPr>
            <a:r>
              <a:rPr sz="1350" b="0">
                <a:solidFill>
                  <a:srgbClr val="122B3D"/>
                </a:solidFill>
                <a:latin typeface="Arial"/>
                <a:ea typeface="Arial"/>
                <a:cs typeface="Arial"/>
              </a:rPr>
              <a:t>Scale features, run Random Forest and compare sequence models.</a:t>
            </a:r>
          </a:p>
        </p:txBody>
      </p:sp>
      <p:sp>
        <p:nvSpPr>
          <p:cNvPr id="48" name="">
            <a:extLst xmlns:a="http://schemas.openxmlformats.org/drawingml/2006/main">
              <a:ext uri="{FF2B5EF4-FFF2-40B4-BE49-F238E27FC236}">
                <a16:creationId xmlns:a16="http://schemas.microsoft.com/office/drawing/2014/main" id="{F7CDF6A5-ADA2-4C39-A973-5DF06FB8687F}"/>
              </a:ext>
            </a:extLst>
          </p:cNvPr>
          <p:cNvSpPr>
            <a:spLocks xmlns:a="http://schemas.openxmlformats.org/drawingml/2006/main" noGrp="1"/>
          </p:cNvSpPr>
          <p:nvPr/>
        </p:nvSpPr>
        <p:spPr>
          <a:xfrm xmlns:a="http://schemas.openxmlformats.org/drawingml/2006/main">
            <a:off x="13176885" y="15868650"/>
            <a:ext cx="2987040" cy="2095500"/>
          </a:xfrm>
          <a:prstGeom xmlns:a="http://schemas.openxmlformats.org/drawingml/2006/main" prst="rect">
            <a:avLst/>
          </a:prstGeom>
          <a:solidFill xmlns:a="http://schemas.openxmlformats.org/drawingml/2006/main">
            <a:srgbClr val="EAF5F8"/>
          </a:solidFill>
          <a:ln xmlns:a="http://schemas.openxmlformats.org/drawingml/2006/main" w="19050">
            <a:solidFill>
              <a:srgbClr val="009BB5"/>
            </a:solidFill>
            <a:prstDash val="solid"/>
          </a:ln>
        </p:spPr>
      </p:sp>
      <p:sp>
        <p:nvSpPr>
          <p:cNvPr id="49" name="">
            <a:extLst xmlns:a="http://schemas.openxmlformats.org/drawingml/2006/main">
              <a:ext uri="{FF2B5EF4-FFF2-40B4-BE49-F238E27FC236}">
                <a16:creationId xmlns:a16="http://schemas.microsoft.com/office/drawing/2014/main" id="{82902AD6-75F8-4D94-8E45-8964C436F9F8}"/>
              </a:ext>
            </a:extLst>
          </p:cNvPr>
          <p:cNvSpPr>
            <a:spLocks xmlns:a="http://schemas.openxmlformats.org/drawingml/2006/main" noGrp="1"/>
          </p:cNvSpPr>
          <p:nvPr/>
        </p:nvSpPr>
        <p:spPr>
          <a:xfrm xmlns:a="http://schemas.openxmlformats.org/drawingml/2006/main">
            <a:off x="13176885" y="15868650"/>
            <a:ext cx="2987040" cy="95250"/>
          </a:xfrm>
          <a:prstGeom xmlns:a="http://schemas.openxmlformats.org/drawingml/2006/main" prst="rect">
            <a:avLst/>
          </a:prstGeom>
          <a:solidFill xmlns:a="http://schemas.openxmlformats.org/drawingml/2006/main">
            <a:srgbClr val="009BB5"/>
          </a:solidFill>
          <a:ln xmlns:a="http://schemas.openxmlformats.org/drawingml/2006/main" w="0">
            <a:solidFill>
              <a:srgbClr val="009BB5"/>
            </a:solidFill>
            <a:prstDash val="solid"/>
          </a:ln>
        </p:spPr>
      </p:sp>
      <p:sp>
        <p:nvSpPr>
          <p:cNvPr id="50" name="">
            <a:extLst xmlns:a="http://schemas.openxmlformats.org/drawingml/2006/main">
              <a:ext uri="{FF2B5EF4-FFF2-40B4-BE49-F238E27FC236}">
                <a16:creationId xmlns:a16="http://schemas.microsoft.com/office/drawing/2014/main" id="{D7887133-E008-4EFF-97FF-E061111D33CD}"/>
              </a:ext>
            </a:extLst>
          </p:cNvPr>
          <p:cNvSpPr>
            <a:spLocks xmlns:a="http://schemas.openxmlformats.org/drawingml/2006/main" noGrp="1"/>
          </p:cNvSpPr>
          <p:nvPr/>
        </p:nvSpPr>
        <p:spPr>
          <a:xfrm xmlns:a="http://schemas.openxmlformats.org/drawingml/2006/main">
            <a:off x="13291185" y="16078200"/>
            <a:ext cx="275844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650" b="1">
                <a:solidFill>
                  <a:srgbClr val="009BB5"/>
                </a:solidFill>
                <a:latin typeface="Arial"/>
                <a:ea typeface="Arial"/>
                <a:cs typeface="Arial"/>
              </a:defRPr>
            </a:defPPr>
            <a:lvl1pPr>
              <a:defRPr sz="1650" b="1">
                <a:solidFill>
                  <a:srgbClr val="009BB5"/>
                </a:solidFill>
                <a:latin typeface="Arial"/>
                <a:ea typeface="Arial"/>
                <a:cs typeface="Arial"/>
              </a:defRPr>
            </a:lvl1pPr>
            <a:lvl2pPr>
              <a:defRPr sz="1650" b="1">
                <a:solidFill>
                  <a:srgbClr val="009BB5"/>
                </a:solidFill>
                <a:latin typeface="Arial"/>
                <a:ea typeface="Arial"/>
                <a:cs typeface="Arial"/>
              </a:defRPr>
            </a:lvl2pPr>
            <a:lvl3pPr>
              <a:defRPr sz="1650" b="1">
                <a:solidFill>
                  <a:srgbClr val="009BB5"/>
                </a:solidFill>
                <a:latin typeface="Arial"/>
                <a:ea typeface="Arial"/>
                <a:cs typeface="Arial"/>
              </a:defRPr>
            </a:lvl3pPr>
            <a:lvl4pPr>
              <a:defRPr sz="1650" b="1">
                <a:solidFill>
                  <a:srgbClr val="009BB5"/>
                </a:solidFill>
                <a:latin typeface="Arial"/>
                <a:ea typeface="Arial"/>
                <a:cs typeface="Arial"/>
              </a:defRPr>
            </a:lvl4pPr>
            <a:lvl5pPr>
              <a:defRPr sz="1650" b="1">
                <a:solidFill>
                  <a:srgbClr val="009BB5"/>
                </a:solidFill>
                <a:latin typeface="Arial"/>
                <a:ea typeface="Arial"/>
                <a:cs typeface="Arial"/>
              </a:defRPr>
            </a:lvl5pPr>
            <a:lvl6pPr>
              <a:defRPr sz="1650" b="1">
                <a:solidFill>
                  <a:srgbClr val="009BB5"/>
                </a:solidFill>
                <a:latin typeface="Arial"/>
                <a:ea typeface="Arial"/>
                <a:cs typeface="Arial"/>
              </a:defRPr>
            </a:lvl6pPr>
            <a:lvl7pPr>
              <a:defRPr sz="1650" b="1">
                <a:solidFill>
                  <a:srgbClr val="009BB5"/>
                </a:solidFill>
                <a:latin typeface="Arial"/>
                <a:ea typeface="Arial"/>
                <a:cs typeface="Arial"/>
              </a:defRPr>
            </a:lvl7pPr>
            <a:lvl8pPr>
              <a:defRPr sz="1650" b="1">
                <a:solidFill>
                  <a:srgbClr val="009BB5"/>
                </a:solidFill>
                <a:latin typeface="Arial"/>
                <a:ea typeface="Arial"/>
                <a:cs typeface="Arial"/>
              </a:defRPr>
            </a:lvl8pPr>
            <a:lvl9pPr>
              <a:defRPr sz="1650" b="1">
                <a:solidFill>
                  <a:srgbClr val="009BB5"/>
                </a:solidFill>
                <a:latin typeface="Arial"/>
                <a:ea typeface="Arial"/>
                <a:cs typeface="Arial"/>
              </a:defRPr>
            </a:lvl9pPr>
          </a:lstStyle>
          <a:p xmlns:a="http://schemas.openxmlformats.org/drawingml/2006/main">
            <a:pPr>
              <a:defRPr sz="1650" b="1">
                <a:solidFill>
                  <a:srgbClr val="009BB5"/>
                </a:solidFill>
                <a:latin typeface="Arial"/>
                <a:ea typeface="Arial"/>
                <a:cs typeface="Arial"/>
              </a:defRPr>
            </a:pPr>
            <a:r>
              <a:rPr sz="1650" b="1">
                <a:solidFill>
                  <a:srgbClr val="009BB5"/>
                </a:solidFill>
                <a:latin typeface="Arial"/>
                <a:ea typeface="Arial"/>
                <a:cs typeface="Arial"/>
              </a:rPr>
              <a:t>5 · Explain</a:t>
            </a:r>
          </a:p>
        </p:txBody>
      </p:sp>
      <p:sp>
        <p:nvSpPr>
          <p:cNvPr id="51" name="">
            <a:extLst xmlns:a="http://schemas.openxmlformats.org/drawingml/2006/main">
              <a:ext uri="{FF2B5EF4-FFF2-40B4-BE49-F238E27FC236}">
                <a16:creationId xmlns:a16="http://schemas.microsoft.com/office/drawing/2014/main" id="{433C30A6-EA4D-4A11-8222-0C7B373169D2}"/>
              </a:ext>
            </a:extLst>
          </p:cNvPr>
          <p:cNvSpPr>
            <a:spLocks xmlns:a="http://schemas.openxmlformats.org/drawingml/2006/main" noGrp="1"/>
          </p:cNvSpPr>
          <p:nvPr/>
        </p:nvSpPr>
        <p:spPr>
          <a:xfrm xmlns:a="http://schemas.openxmlformats.org/drawingml/2006/main">
            <a:off x="13291185" y="16563975"/>
            <a:ext cx="275844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350" b="0">
                <a:solidFill>
                  <a:srgbClr val="122B3D"/>
                </a:solidFill>
                <a:latin typeface="Arial"/>
                <a:ea typeface="Arial"/>
                <a:cs typeface="Arial"/>
              </a:defRPr>
            </a:defPPr>
            <a:lvl1pPr>
              <a:defRPr sz="1350" b="0">
                <a:solidFill>
                  <a:srgbClr val="122B3D"/>
                </a:solidFill>
                <a:latin typeface="Arial"/>
                <a:ea typeface="Arial"/>
                <a:cs typeface="Arial"/>
              </a:defRPr>
            </a:lvl1pPr>
            <a:lvl2pPr>
              <a:defRPr sz="1350" b="0">
                <a:solidFill>
                  <a:srgbClr val="122B3D"/>
                </a:solidFill>
                <a:latin typeface="Arial"/>
                <a:ea typeface="Arial"/>
                <a:cs typeface="Arial"/>
              </a:defRPr>
            </a:lvl2pPr>
            <a:lvl3pPr>
              <a:defRPr sz="1350" b="0">
                <a:solidFill>
                  <a:srgbClr val="122B3D"/>
                </a:solidFill>
                <a:latin typeface="Arial"/>
                <a:ea typeface="Arial"/>
                <a:cs typeface="Arial"/>
              </a:defRPr>
            </a:lvl3pPr>
            <a:lvl4pPr>
              <a:defRPr sz="1350" b="0">
                <a:solidFill>
                  <a:srgbClr val="122B3D"/>
                </a:solidFill>
                <a:latin typeface="Arial"/>
                <a:ea typeface="Arial"/>
                <a:cs typeface="Arial"/>
              </a:defRPr>
            </a:lvl4pPr>
            <a:lvl5pPr>
              <a:defRPr sz="1350" b="0">
                <a:solidFill>
                  <a:srgbClr val="122B3D"/>
                </a:solidFill>
                <a:latin typeface="Arial"/>
                <a:ea typeface="Arial"/>
                <a:cs typeface="Arial"/>
              </a:defRPr>
            </a:lvl5pPr>
            <a:lvl6pPr>
              <a:defRPr sz="1350" b="0">
                <a:solidFill>
                  <a:srgbClr val="122B3D"/>
                </a:solidFill>
                <a:latin typeface="Arial"/>
                <a:ea typeface="Arial"/>
                <a:cs typeface="Arial"/>
              </a:defRPr>
            </a:lvl6pPr>
            <a:lvl7pPr>
              <a:defRPr sz="1350" b="0">
                <a:solidFill>
                  <a:srgbClr val="122B3D"/>
                </a:solidFill>
                <a:latin typeface="Arial"/>
                <a:ea typeface="Arial"/>
                <a:cs typeface="Arial"/>
              </a:defRPr>
            </a:lvl7pPr>
            <a:lvl8pPr>
              <a:defRPr sz="1350" b="0">
                <a:solidFill>
                  <a:srgbClr val="122B3D"/>
                </a:solidFill>
                <a:latin typeface="Arial"/>
                <a:ea typeface="Arial"/>
                <a:cs typeface="Arial"/>
              </a:defRPr>
            </a:lvl8pPr>
            <a:lvl9pPr>
              <a:defRPr sz="1350" b="0">
                <a:solidFill>
                  <a:srgbClr val="122B3D"/>
                </a:solidFill>
                <a:latin typeface="Arial"/>
                <a:ea typeface="Arial"/>
                <a:cs typeface="Arial"/>
              </a:defRPr>
            </a:lvl9pPr>
          </a:lstStyle>
          <a:p xmlns:a="http://schemas.openxmlformats.org/drawingml/2006/main">
            <a:pPr>
              <a:defRPr sz="1350" b="0">
                <a:solidFill>
                  <a:srgbClr val="122B3D"/>
                </a:solidFill>
                <a:latin typeface="Arial"/>
                <a:ea typeface="Arial"/>
                <a:cs typeface="Arial"/>
              </a:defRPr>
            </a:pPr>
            <a:r>
              <a:rPr sz="1350" b="0">
                <a:solidFill>
                  <a:srgbClr val="122B3D"/>
                </a:solidFill>
                <a:latin typeface="Arial"/>
                <a:ea typeface="Arial"/>
                <a:cs typeface="Arial"/>
              </a:rPr>
              <a:t>Send labeled evidence to Gemini for a readable assessment.</a:t>
            </a:r>
          </a:p>
        </p:txBody>
      </p:sp>
      <p:sp>
        <p:nvSpPr>
          <p:cNvPr id="52" name="">
            <a:extLst xmlns:a="http://schemas.openxmlformats.org/drawingml/2006/main">
              <a:ext uri="{FF2B5EF4-FFF2-40B4-BE49-F238E27FC236}">
                <a16:creationId xmlns:a16="http://schemas.microsoft.com/office/drawing/2014/main" id="{B3893C79-691F-49B0-BEC7-5F0349F6ECCC}"/>
              </a:ext>
            </a:extLst>
          </p:cNvPr>
          <p:cNvSpPr>
            <a:spLocks xmlns:a="http://schemas.openxmlformats.org/drawingml/2006/main" noGrp="1"/>
          </p:cNvSpPr>
          <p:nvPr/>
        </p:nvSpPr>
        <p:spPr>
          <a:xfrm xmlns:a="http://schemas.openxmlformats.org/drawingml/2006/main">
            <a:off x="885825" y="18154650"/>
            <a:ext cx="15278100" cy="1428750"/>
          </a:xfrm>
          <a:prstGeom xmlns:a="http://schemas.openxmlformats.org/drawingml/2006/main" prst="rect">
            <a:avLst/>
          </a:prstGeom>
          <a:solidFill xmlns:a="http://schemas.openxmlformats.org/drawingml/2006/main">
            <a:srgbClr val="FFF6E7"/>
          </a:solidFill>
          <a:ln xmlns:a="http://schemas.openxmlformats.org/drawingml/2006/main" w="19050">
            <a:solidFill>
              <a:srgbClr val="D88A18"/>
            </a:solidFill>
            <a:prstDash val="solid"/>
          </a:ln>
        </p:spPr>
      </p:sp>
      <p:sp>
        <p:nvSpPr>
          <p:cNvPr id="53" name="">
            <a:extLst xmlns:a="http://schemas.openxmlformats.org/drawingml/2006/main">
              <a:ext uri="{FF2B5EF4-FFF2-40B4-BE49-F238E27FC236}">
                <a16:creationId xmlns:a16="http://schemas.microsoft.com/office/drawing/2014/main" id="{C819E693-BF81-440B-A2EB-A9385B31DFF6}"/>
              </a:ext>
            </a:extLst>
          </p:cNvPr>
          <p:cNvSpPr>
            <a:spLocks xmlns:a="http://schemas.openxmlformats.org/drawingml/2006/main" noGrp="1"/>
          </p:cNvSpPr>
          <p:nvPr/>
        </p:nvSpPr>
        <p:spPr>
          <a:xfrm xmlns:a="http://schemas.openxmlformats.org/drawingml/2006/main">
            <a:off x="1076325" y="18307050"/>
            <a:ext cx="148971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500" b="1">
                <a:solidFill>
                  <a:srgbClr val="122B3D"/>
                </a:solidFill>
                <a:latin typeface="Arial"/>
                <a:ea typeface="Arial"/>
                <a:cs typeface="Arial"/>
              </a:defRPr>
            </a:defPPr>
            <a:lvl1pPr>
              <a:defRPr sz="1500" b="1">
                <a:solidFill>
                  <a:srgbClr val="122B3D"/>
                </a:solidFill>
                <a:latin typeface="Arial"/>
                <a:ea typeface="Arial"/>
                <a:cs typeface="Arial"/>
              </a:defRPr>
            </a:lvl1pPr>
            <a:lvl2pPr>
              <a:defRPr sz="1500" b="1">
                <a:solidFill>
                  <a:srgbClr val="122B3D"/>
                </a:solidFill>
                <a:latin typeface="Arial"/>
                <a:ea typeface="Arial"/>
                <a:cs typeface="Arial"/>
              </a:defRPr>
            </a:lvl2pPr>
            <a:lvl3pPr>
              <a:defRPr sz="1500" b="1">
                <a:solidFill>
                  <a:srgbClr val="122B3D"/>
                </a:solidFill>
                <a:latin typeface="Arial"/>
                <a:ea typeface="Arial"/>
                <a:cs typeface="Arial"/>
              </a:defRPr>
            </a:lvl3pPr>
            <a:lvl4pPr>
              <a:defRPr sz="1500" b="1">
                <a:solidFill>
                  <a:srgbClr val="122B3D"/>
                </a:solidFill>
                <a:latin typeface="Arial"/>
                <a:ea typeface="Arial"/>
                <a:cs typeface="Arial"/>
              </a:defRPr>
            </a:lvl4pPr>
            <a:lvl5pPr>
              <a:defRPr sz="1500" b="1">
                <a:solidFill>
                  <a:srgbClr val="122B3D"/>
                </a:solidFill>
                <a:latin typeface="Arial"/>
                <a:ea typeface="Arial"/>
                <a:cs typeface="Arial"/>
              </a:defRPr>
            </a:lvl5pPr>
            <a:lvl6pPr>
              <a:defRPr sz="1500" b="1">
                <a:solidFill>
                  <a:srgbClr val="122B3D"/>
                </a:solidFill>
                <a:latin typeface="Arial"/>
                <a:ea typeface="Arial"/>
                <a:cs typeface="Arial"/>
              </a:defRPr>
            </a:lvl6pPr>
            <a:lvl7pPr>
              <a:defRPr sz="1500" b="1">
                <a:solidFill>
                  <a:srgbClr val="122B3D"/>
                </a:solidFill>
                <a:latin typeface="Arial"/>
                <a:ea typeface="Arial"/>
                <a:cs typeface="Arial"/>
              </a:defRPr>
            </a:lvl7pPr>
            <a:lvl8pPr>
              <a:defRPr sz="1500" b="1">
                <a:solidFill>
                  <a:srgbClr val="122B3D"/>
                </a:solidFill>
                <a:latin typeface="Arial"/>
                <a:ea typeface="Arial"/>
                <a:cs typeface="Arial"/>
              </a:defRPr>
            </a:lvl8pPr>
            <a:lvl9pPr>
              <a:defRPr sz="1500" b="1">
                <a:solidFill>
                  <a:srgbClr val="122B3D"/>
                </a:solidFill>
                <a:latin typeface="Arial"/>
                <a:ea typeface="Arial"/>
                <a:cs typeface="Arial"/>
              </a:defRPr>
            </a:lvl9pPr>
          </a:lstStyle>
          <a:p xmlns:a="http://schemas.openxmlformats.org/drawingml/2006/main">
            <a:pPr>
              <a:defRPr sz="1500" b="1">
                <a:solidFill>
                  <a:srgbClr val="122B3D"/>
                </a:solidFill>
                <a:latin typeface="Arial"/>
                <a:ea typeface="Arial"/>
                <a:cs typeface="Arial"/>
              </a:defRPr>
            </a:pPr>
            <a:r>
              <a:rPr sz="1500" b="1">
                <a:solidFill>
                  <a:srgbClr val="122B3D"/>
                </a:solidFill>
                <a:latin typeface="Arial"/>
                <a:ea typeface="Arial"/>
                <a:cs typeface="Arial"/>
              </a:rPr>
              <a:t>Current architecture has two paths. Manual candidate entry calls Gemini directly. FITS upload calls the Python feature service and Random Forest. The production goal is one auditable pipeline in which the classifier supplies evidence and the language model explains it.</a:t>
            </a:r>
          </a:p>
        </p:txBody>
      </p:sp>
      <p:sp>
        <p:nvSpPr>
          <p:cNvPr id="54" name="">
            <a:extLst xmlns:a="http://schemas.openxmlformats.org/drawingml/2006/main">
              <a:ext uri="{FF2B5EF4-FFF2-40B4-BE49-F238E27FC236}">
                <a16:creationId xmlns:a16="http://schemas.microsoft.com/office/drawing/2014/main" id="{FE6CF87F-C017-45A9-B307-F22A132D660D}"/>
              </a:ext>
            </a:extLst>
          </p:cNvPr>
          <p:cNvSpPr>
            <a:spLocks xmlns:a="http://schemas.openxmlformats.org/drawingml/2006/main" noGrp="1"/>
          </p:cNvSpPr>
          <p:nvPr/>
        </p:nvSpPr>
        <p:spPr>
          <a:xfrm xmlns:a="http://schemas.openxmlformats.org/drawingml/2006/main">
            <a:off x="714375" y="20212050"/>
            <a:ext cx="15621000" cy="742950"/>
          </a:xfrm>
          <a:prstGeom xmlns:a="http://schemas.openxmlformats.org/drawingml/2006/main" prst="rect">
            <a:avLst/>
          </a:prstGeom>
          <a:solidFill xmlns:a="http://schemas.openxmlformats.org/drawingml/2006/main">
            <a:srgbClr val="0A2C46"/>
          </a:solidFill>
          <a:ln xmlns:a="http://schemas.openxmlformats.org/drawingml/2006/main" w="0">
            <a:solidFill>
              <a:srgbClr val="0A2C46"/>
            </a:solidFill>
            <a:prstDash val="solid"/>
          </a:ln>
        </p:spPr>
      </p:sp>
      <p:sp>
        <p:nvSpPr>
          <p:cNvPr id="55" name="">
            <a:extLst xmlns:a="http://schemas.openxmlformats.org/drawingml/2006/main">
              <a:ext uri="{FF2B5EF4-FFF2-40B4-BE49-F238E27FC236}">
                <a16:creationId xmlns:a16="http://schemas.microsoft.com/office/drawing/2014/main" id="{1BE1A5D3-8790-4926-9E00-3FAC6078EC9F}"/>
              </a:ext>
            </a:extLst>
          </p:cNvPr>
          <p:cNvSpPr>
            <a:spLocks xmlns:a="http://schemas.openxmlformats.org/drawingml/2006/main" noGrp="1"/>
          </p:cNvSpPr>
          <p:nvPr/>
        </p:nvSpPr>
        <p:spPr>
          <a:xfrm xmlns:a="http://schemas.openxmlformats.org/drawingml/2006/main">
            <a:off x="885825" y="20307300"/>
            <a:ext cx="57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2100" b="1">
                <a:solidFill>
                  <a:srgbClr val="16BFD0"/>
                </a:solidFill>
                <a:latin typeface="Arial"/>
                <a:ea typeface="Arial"/>
                <a:cs typeface="Arial"/>
              </a:defRPr>
            </a:defPPr>
            <a:lvl1pPr>
              <a:defRPr sz="2100" b="1">
                <a:solidFill>
                  <a:srgbClr val="16BFD0"/>
                </a:solidFill>
                <a:latin typeface="Arial"/>
                <a:ea typeface="Arial"/>
                <a:cs typeface="Arial"/>
              </a:defRPr>
            </a:lvl1pPr>
            <a:lvl2pPr>
              <a:defRPr sz="2100" b="1">
                <a:solidFill>
                  <a:srgbClr val="16BFD0"/>
                </a:solidFill>
                <a:latin typeface="Arial"/>
                <a:ea typeface="Arial"/>
                <a:cs typeface="Arial"/>
              </a:defRPr>
            </a:lvl2pPr>
            <a:lvl3pPr>
              <a:defRPr sz="2100" b="1">
                <a:solidFill>
                  <a:srgbClr val="16BFD0"/>
                </a:solidFill>
                <a:latin typeface="Arial"/>
                <a:ea typeface="Arial"/>
                <a:cs typeface="Arial"/>
              </a:defRPr>
            </a:lvl3pPr>
            <a:lvl4pPr>
              <a:defRPr sz="2100" b="1">
                <a:solidFill>
                  <a:srgbClr val="16BFD0"/>
                </a:solidFill>
                <a:latin typeface="Arial"/>
                <a:ea typeface="Arial"/>
                <a:cs typeface="Arial"/>
              </a:defRPr>
            </a:lvl4pPr>
            <a:lvl5pPr>
              <a:defRPr sz="2100" b="1">
                <a:solidFill>
                  <a:srgbClr val="16BFD0"/>
                </a:solidFill>
                <a:latin typeface="Arial"/>
                <a:ea typeface="Arial"/>
                <a:cs typeface="Arial"/>
              </a:defRPr>
            </a:lvl5pPr>
            <a:lvl6pPr>
              <a:defRPr sz="2100" b="1">
                <a:solidFill>
                  <a:srgbClr val="16BFD0"/>
                </a:solidFill>
                <a:latin typeface="Arial"/>
                <a:ea typeface="Arial"/>
                <a:cs typeface="Arial"/>
              </a:defRPr>
            </a:lvl6pPr>
            <a:lvl7pPr>
              <a:defRPr sz="2100" b="1">
                <a:solidFill>
                  <a:srgbClr val="16BFD0"/>
                </a:solidFill>
                <a:latin typeface="Arial"/>
                <a:ea typeface="Arial"/>
                <a:cs typeface="Arial"/>
              </a:defRPr>
            </a:lvl7pPr>
            <a:lvl8pPr>
              <a:defRPr sz="2100" b="1">
                <a:solidFill>
                  <a:srgbClr val="16BFD0"/>
                </a:solidFill>
                <a:latin typeface="Arial"/>
                <a:ea typeface="Arial"/>
                <a:cs typeface="Arial"/>
              </a:defRPr>
            </a:lvl8pPr>
            <a:lvl9pPr>
              <a:defRPr sz="2100" b="1">
                <a:solidFill>
                  <a:srgbClr val="16BFD0"/>
                </a:solidFill>
                <a:latin typeface="Arial"/>
                <a:ea typeface="Arial"/>
                <a:cs typeface="Arial"/>
              </a:defRPr>
            </a:lvl9pPr>
          </a:lstStyle>
          <a:p xmlns:a="http://schemas.openxmlformats.org/drawingml/2006/main">
            <a:pPr>
              <a:defRPr sz="2100" b="1">
                <a:solidFill>
                  <a:srgbClr val="16BFD0"/>
                </a:solidFill>
                <a:latin typeface="Arial"/>
                <a:ea typeface="Arial"/>
                <a:cs typeface="Arial"/>
              </a:defRPr>
            </a:pPr>
            <a:r>
              <a:rPr sz="2100" b="1">
                <a:solidFill>
                  <a:srgbClr val="16BFD0"/>
                </a:solidFill>
                <a:latin typeface="Arial"/>
                <a:ea typeface="Arial"/>
                <a:cs typeface="Arial"/>
              </a:rPr>
              <a:t>03</a:t>
            </a:r>
          </a:p>
        </p:txBody>
      </p:sp>
      <p:sp>
        <p:nvSpPr>
          <p:cNvPr id="56" name="">
            <a:extLst xmlns:a="http://schemas.openxmlformats.org/drawingml/2006/main">
              <a:ext uri="{FF2B5EF4-FFF2-40B4-BE49-F238E27FC236}">
                <a16:creationId xmlns:a16="http://schemas.microsoft.com/office/drawing/2014/main" id="{E3552D16-B27A-4C56-994C-DC8A545DACE9}"/>
              </a:ext>
            </a:extLst>
          </p:cNvPr>
          <p:cNvSpPr>
            <a:spLocks xmlns:a="http://schemas.openxmlformats.org/drawingml/2006/main" noGrp="1"/>
          </p:cNvSpPr>
          <p:nvPr/>
        </p:nvSpPr>
        <p:spPr>
          <a:xfrm xmlns:a="http://schemas.openxmlformats.org/drawingml/2006/main">
            <a:off x="1495425" y="20288250"/>
            <a:ext cx="1466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Data preparation and modeling methods</a:t>
            </a:r>
          </a:p>
        </p:txBody>
      </p:sp>
      <p:sp>
        <p:nvSpPr>
          <p:cNvPr id="57" name="">
            <a:extLst xmlns:a="http://schemas.openxmlformats.org/drawingml/2006/main">
              <a:ext uri="{FF2B5EF4-FFF2-40B4-BE49-F238E27FC236}">
                <a16:creationId xmlns:a16="http://schemas.microsoft.com/office/drawing/2014/main" id="{67373CA2-6ACD-4E56-ABF7-E58E1BD9E614}"/>
              </a:ext>
            </a:extLst>
          </p:cNvPr>
          <p:cNvSpPr>
            <a:spLocks xmlns:a="http://schemas.openxmlformats.org/drawingml/2006/main" noGrp="1"/>
          </p:cNvSpPr>
          <p:nvPr/>
        </p:nvSpPr>
        <p:spPr>
          <a:xfrm xmlns:a="http://schemas.openxmlformats.org/drawingml/2006/main">
            <a:off x="714375" y="20955000"/>
            <a:ext cx="15621000" cy="14097000"/>
          </a:xfrm>
          <a:prstGeom xmlns:a="http://schemas.openxmlformats.org/drawingml/2006/main" prst="rect">
            <a:avLst/>
          </a:prstGeom>
          <a:solidFill xmlns:a="http://schemas.openxmlformats.org/drawingml/2006/main">
            <a:srgbClr val="FFFFFF"/>
          </a:solidFill>
          <a:ln xmlns:a="http://schemas.openxmlformats.org/drawingml/2006/main" w="19050">
            <a:solidFill>
              <a:srgbClr val="BDD6DE"/>
            </a:solidFill>
            <a:prstDash val="solid"/>
          </a:ln>
        </p:spPr>
      </p:sp>
      <p:sp>
        <p:nvSpPr>
          <p:cNvPr id="58" name="">
            <a:extLst xmlns:a="http://schemas.openxmlformats.org/drawingml/2006/main">
              <a:ext uri="{FF2B5EF4-FFF2-40B4-BE49-F238E27FC236}">
                <a16:creationId xmlns:a16="http://schemas.microsoft.com/office/drawing/2014/main" id="{5A21BC50-31ED-4108-9E07-9B1654B6EB22}"/>
              </a:ext>
            </a:extLst>
          </p:cNvPr>
          <p:cNvSpPr>
            <a:spLocks xmlns:a="http://schemas.openxmlformats.org/drawingml/2006/main" noGrp="1"/>
          </p:cNvSpPr>
          <p:nvPr/>
        </p:nvSpPr>
        <p:spPr>
          <a:xfrm xmlns:a="http://schemas.openxmlformats.org/drawingml/2006/main">
            <a:off x="904875" y="21164550"/>
            <a:ext cx="7505700" cy="2190750"/>
          </a:xfrm>
          <a:prstGeom xmlns:a="http://schemas.openxmlformats.org/drawingml/2006/main" prst="rect">
            <a:avLst/>
          </a:prstGeom>
          <a:solidFill xmlns:a="http://schemas.openxmlformats.org/drawingml/2006/main">
            <a:srgbClr val="EAF5F8"/>
          </a:solidFill>
          <a:ln xmlns:a="http://schemas.openxmlformats.org/drawingml/2006/main" w="19050">
            <a:solidFill>
              <a:srgbClr val="009BB5"/>
            </a:solidFill>
            <a:prstDash val="solid"/>
          </a:ln>
        </p:spPr>
      </p:sp>
      <p:sp>
        <p:nvSpPr>
          <p:cNvPr id="59" name="">
            <a:extLst xmlns:a="http://schemas.openxmlformats.org/drawingml/2006/main">
              <a:ext uri="{FF2B5EF4-FFF2-40B4-BE49-F238E27FC236}">
                <a16:creationId xmlns:a16="http://schemas.microsoft.com/office/drawing/2014/main" id="{FCF40192-94AF-41C6-9824-E6BAC161C2C1}"/>
              </a:ext>
            </a:extLst>
          </p:cNvPr>
          <p:cNvSpPr>
            <a:spLocks xmlns:a="http://schemas.openxmlformats.org/drawingml/2006/main" noGrp="1"/>
          </p:cNvSpPr>
          <p:nvPr/>
        </p:nvSpPr>
        <p:spPr>
          <a:xfrm xmlns:a="http://schemas.openxmlformats.org/drawingml/2006/main">
            <a:off x="1038225" y="2125980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725" b="1">
                <a:solidFill>
                  <a:srgbClr val="0A2C46"/>
                </a:solidFill>
                <a:latin typeface="Arial"/>
                <a:ea typeface="Arial"/>
                <a:cs typeface="Arial"/>
              </a:defRPr>
            </a:defPPr>
            <a:lvl1pPr>
              <a:defRPr sz="1725" b="1">
                <a:solidFill>
                  <a:srgbClr val="0A2C46"/>
                </a:solidFill>
                <a:latin typeface="Arial"/>
                <a:ea typeface="Arial"/>
                <a:cs typeface="Arial"/>
              </a:defRPr>
            </a:lvl1pPr>
            <a:lvl2pPr>
              <a:defRPr sz="1725" b="1">
                <a:solidFill>
                  <a:srgbClr val="0A2C46"/>
                </a:solidFill>
                <a:latin typeface="Arial"/>
                <a:ea typeface="Arial"/>
                <a:cs typeface="Arial"/>
              </a:defRPr>
            </a:lvl2pPr>
            <a:lvl3pPr>
              <a:defRPr sz="1725" b="1">
                <a:solidFill>
                  <a:srgbClr val="0A2C46"/>
                </a:solidFill>
                <a:latin typeface="Arial"/>
                <a:ea typeface="Arial"/>
                <a:cs typeface="Arial"/>
              </a:defRPr>
            </a:lvl3pPr>
            <a:lvl4pPr>
              <a:defRPr sz="1725" b="1">
                <a:solidFill>
                  <a:srgbClr val="0A2C46"/>
                </a:solidFill>
                <a:latin typeface="Arial"/>
                <a:ea typeface="Arial"/>
                <a:cs typeface="Arial"/>
              </a:defRPr>
            </a:lvl4pPr>
            <a:lvl5pPr>
              <a:defRPr sz="1725" b="1">
                <a:solidFill>
                  <a:srgbClr val="0A2C46"/>
                </a:solidFill>
                <a:latin typeface="Arial"/>
                <a:ea typeface="Arial"/>
                <a:cs typeface="Arial"/>
              </a:defRPr>
            </a:lvl5pPr>
            <a:lvl6pPr>
              <a:defRPr sz="1725" b="1">
                <a:solidFill>
                  <a:srgbClr val="0A2C46"/>
                </a:solidFill>
                <a:latin typeface="Arial"/>
                <a:ea typeface="Arial"/>
                <a:cs typeface="Arial"/>
              </a:defRPr>
            </a:lvl6pPr>
            <a:lvl7pPr>
              <a:defRPr sz="1725" b="1">
                <a:solidFill>
                  <a:srgbClr val="0A2C46"/>
                </a:solidFill>
                <a:latin typeface="Arial"/>
                <a:ea typeface="Arial"/>
                <a:cs typeface="Arial"/>
              </a:defRPr>
            </a:lvl7pPr>
            <a:lvl8pPr>
              <a:defRPr sz="1725" b="1">
                <a:solidFill>
                  <a:srgbClr val="0A2C46"/>
                </a:solidFill>
                <a:latin typeface="Arial"/>
                <a:ea typeface="Arial"/>
                <a:cs typeface="Arial"/>
              </a:defRPr>
            </a:lvl8pPr>
            <a:lvl9pPr>
              <a:defRPr sz="1725" b="1">
                <a:solidFill>
                  <a:srgbClr val="0A2C46"/>
                </a:solidFill>
                <a:latin typeface="Arial"/>
                <a:ea typeface="Arial"/>
                <a:cs typeface="Arial"/>
              </a:defRPr>
            </a:lvl9pPr>
          </a:lstStyle>
          <a:p xmlns:a="http://schemas.openxmlformats.org/drawingml/2006/main">
            <a:pPr>
              <a:defRPr sz="1725" b="1">
                <a:solidFill>
                  <a:srgbClr val="0A2C46"/>
                </a:solidFill>
                <a:latin typeface="Arial"/>
                <a:ea typeface="Arial"/>
                <a:cs typeface="Arial"/>
              </a:defRPr>
            </a:pPr>
            <a:r>
              <a:rPr sz="1725" b="1">
                <a:solidFill>
                  <a:srgbClr val="0A2C46"/>
                </a:solidFill>
                <a:latin typeface="Arial"/>
                <a:ea typeface="Arial"/>
                <a:cs typeface="Arial"/>
              </a:rPr>
              <a:t>A · Labels and dataset</a:t>
            </a:r>
          </a:p>
        </p:txBody>
      </p:sp>
      <p:sp>
        <p:nvSpPr>
          <p:cNvPr id="60" name="">
            <a:extLst xmlns:a="http://schemas.openxmlformats.org/drawingml/2006/main">
              <a:ext uri="{FF2B5EF4-FFF2-40B4-BE49-F238E27FC236}">
                <a16:creationId xmlns:a16="http://schemas.microsoft.com/office/drawing/2014/main" id="{BC45838E-E50C-492B-8250-232CD8DC5F5F}"/>
              </a:ext>
            </a:extLst>
          </p:cNvPr>
          <p:cNvSpPr>
            <a:spLocks xmlns:a="http://schemas.openxmlformats.org/drawingml/2006/main" noGrp="1"/>
          </p:cNvSpPr>
          <p:nvPr/>
        </p:nvSpPr>
        <p:spPr>
          <a:xfrm xmlns:a="http://schemas.openxmlformats.org/drawingml/2006/main">
            <a:off x="1038225" y="21688425"/>
            <a:ext cx="7239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350" b="0">
                <a:solidFill>
                  <a:srgbClr val="122B3D"/>
                </a:solidFill>
                <a:latin typeface="Arial"/>
                <a:ea typeface="Arial"/>
                <a:cs typeface="Arial"/>
              </a:defRPr>
            </a:defPPr>
            <a:lvl1pPr>
              <a:defRPr sz="1350" b="0">
                <a:solidFill>
                  <a:srgbClr val="122B3D"/>
                </a:solidFill>
                <a:latin typeface="Arial"/>
                <a:ea typeface="Arial"/>
                <a:cs typeface="Arial"/>
              </a:defRPr>
            </a:lvl1pPr>
            <a:lvl2pPr>
              <a:defRPr sz="1350" b="0">
                <a:solidFill>
                  <a:srgbClr val="122B3D"/>
                </a:solidFill>
                <a:latin typeface="Arial"/>
                <a:ea typeface="Arial"/>
                <a:cs typeface="Arial"/>
              </a:defRPr>
            </a:lvl2pPr>
            <a:lvl3pPr>
              <a:defRPr sz="1350" b="0">
                <a:solidFill>
                  <a:srgbClr val="122B3D"/>
                </a:solidFill>
                <a:latin typeface="Arial"/>
                <a:ea typeface="Arial"/>
                <a:cs typeface="Arial"/>
              </a:defRPr>
            </a:lvl3pPr>
            <a:lvl4pPr>
              <a:defRPr sz="1350" b="0">
                <a:solidFill>
                  <a:srgbClr val="122B3D"/>
                </a:solidFill>
                <a:latin typeface="Arial"/>
                <a:ea typeface="Arial"/>
                <a:cs typeface="Arial"/>
              </a:defRPr>
            </a:lvl4pPr>
            <a:lvl5pPr>
              <a:defRPr sz="1350" b="0">
                <a:solidFill>
                  <a:srgbClr val="122B3D"/>
                </a:solidFill>
                <a:latin typeface="Arial"/>
                <a:ea typeface="Arial"/>
                <a:cs typeface="Arial"/>
              </a:defRPr>
            </a:lvl5pPr>
            <a:lvl6pPr>
              <a:defRPr sz="1350" b="0">
                <a:solidFill>
                  <a:srgbClr val="122B3D"/>
                </a:solidFill>
                <a:latin typeface="Arial"/>
                <a:ea typeface="Arial"/>
                <a:cs typeface="Arial"/>
              </a:defRPr>
            </a:lvl6pPr>
            <a:lvl7pPr>
              <a:defRPr sz="1350" b="0">
                <a:solidFill>
                  <a:srgbClr val="122B3D"/>
                </a:solidFill>
                <a:latin typeface="Arial"/>
                <a:ea typeface="Arial"/>
                <a:cs typeface="Arial"/>
              </a:defRPr>
            </a:lvl7pPr>
            <a:lvl8pPr>
              <a:defRPr sz="1350" b="0">
                <a:solidFill>
                  <a:srgbClr val="122B3D"/>
                </a:solidFill>
                <a:latin typeface="Arial"/>
                <a:ea typeface="Arial"/>
                <a:cs typeface="Arial"/>
              </a:defRPr>
            </a:lvl8pPr>
            <a:lvl9pPr>
              <a:defRPr sz="1350" b="0">
                <a:solidFill>
                  <a:srgbClr val="122B3D"/>
                </a:solidFill>
                <a:latin typeface="Arial"/>
                <a:ea typeface="Arial"/>
                <a:cs typeface="Arial"/>
              </a:defRPr>
            </a:lvl9pPr>
          </a:lstStyle>
          <a:p xmlns:a="http://schemas.openxmlformats.org/drawingml/2006/main">
            <a:pPr>
              <a:defRPr sz="1350" b="0">
                <a:solidFill>
                  <a:srgbClr val="122B3D"/>
                </a:solidFill>
                <a:latin typeface="Arial"/>
                <a:ea typeface="Arial"/>
                <a:cs typeface="Arial"/>
              </a:defRPr>
            </a:pPr>
            <a:r>
              <a:rPr sz="1350" b="0">
                <a:solidFill>
                  <a:srgbClr val="122B3D"/>
                </a:solidFill>
                <a:latin typeface="Arial"/>
                <a:ea typeface="Arial"/>
                <a:cs typeface="Arial"/>
              </a:rPr>
              <a:t>Training scripts use TESS light curves and TFOPWG dispositions. CP/KP/PC map to positive; FP/Unknown map to negative. Documentation reports 7,638 curves and strong class imbalance. Provenance and target grouping require audit.</a:t>
            </a:r>
          </a:p>
        </p:txBody>
      </p:sp>
      <p:sp>
        <p:nvSpPr>
          <p:cNvPr id="61" name="">
            <a:extLst xmlns:a="http://schemas.openxmlformats.org/drawingml/2006/main">
              <a:ext uri="{FF2B5EF4-FFF2-40B4-BE49-F238E27FC236}">
                <a16:creationId xmlns:a16="http://schemas.microsoft.com/office/drawing/2014/main" id="{51F42A96-28BB-4313-B6B8-8D53FF21687D}"/>
              </a:ext>
            </a:extLst>
          </p:cNvPr>
          <p:cNvSpPr>
            <a:spLocks xmlns:a="http://schemas.openxmlformats.org/drawingml/2006/main" noGrp="1"/>
          </p:cNvSpPr>
          <p:nvPr/>
        </p:nvSpPr>
        <p:spPr>
          <a:xfrm xmlns:a="http://schemas.openxmlformats.org/drawingml/2006/main">
            <a:off x="8696325" y="21164550"/>
            <a:ext cx="7505700" cy="2190750"/>
          </a:xfrm>
          <a:prstGeom xmlns:a="http://schemas.openxmlformats.org/drawingml/2006/main" prst="rect">
            <a:avLst/>
          </a:prstGeom>
          <a:solidFill xmlns:a="http://schemas.openxmlformats.org/drawingml/2006/main">
            <a:srgbClr val="EAF5F8"/>
          </a:solidFill>
          <a:ln xmlns:a="http://schemas.openxmlformats.org/drawingml/2006/main" w="19050">
            <a:solidFill>
              <a:srgbClr val="009BB5"/>
            </a:solidFill>
            <a:prstDash val="solid"/>
          </a:ln>
        </p:spPr>
      </p:sp>
      <p:sp>
        <p:nvSpPr>
          <p:cNvPr id="62" name="">
            <a:extLst xmlns:a="http://schemas.openxmlformats.org/drawingml/2006/main">
              <a:ext uri="{FF2B5EF4-FFF2-40B4-BE49-F238E27FC236}">
                <a16:creationId xmlns:a16="http://schemas.microsoft.com/office/drawing/2014/main" id="{2DEC4BCC-CBEE-40F7-ABD8-15A05AFC38E8}"/>
              </a:ext>
            </a:extLst>
          </p:cNvPr>
          <p:cNvSpPr>
            <a:spLocks xmlns:a="http://schemas.openxmlformats.org/drawingml/2006/main" noGrp="1"/>
          </p:cNvSpPr>
          <p:nvPr/>
        </p:nvSpPr>
        <p:spPr>
          <a:xfrm xmlns:a="http://schemas.openxmlformats.org/drawingml/2006/main">
            <a:off x="8829675" y="2125980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725" b="1">
                <a:solidFill>
                  <a:srgbClr val="0A2C46"/>
                </a:solidFill>
                <a:latin typeface="Arial"/>
                <a:ea typeface="Arial"/>
                <a:cs typeface="Arial"/>
              </a:defRPr>
            </a:defPPr>
            <a:lvl1pPr>
              <a:defRPr sz="1725" b="1">
                <a:solidFill>
                  <a:srgbClr val="0A2C46"/>
                </a:solidFill>
                <a:latin typeface="Arial"/>
                <a:ea typeface="Arial"/>
                <a:cs typeface="Arial"/>
              </a:defRPr>
            </a:lvl1pPr>
            <a:lvl2pPr>
              <a:defRPr sz="1725" b="1">
                <a:solidFill>
                  <a:srgbClr val="0A2C46"/>
                </a:solidFill>
                <a:latin typeface="Arial"/>
                <a:ea typeface="Arial"/>
                <a:cs typeface="Arial"/>
              </a:defRPr>
            </a:lvl2pPr>
            <a:lvl3pPr>
              <a:defRPr sz="1725" b="1">
                <a:solidFill>
                  <a:srgbClr val="0A2C46"/>
                </a:solidFill>
                <a:latin typeface="Arial"/>
                <a:ea typeface="Arial"/>
                <a:cs typeface="Arial"/>
              </a:defRPr>
            </a:lvl3pPr>
            <a:lvl4pPr>
              <a:defRPr sz="1725" b="1">
                <a:solidFill>
                  <a:srgbClr val="0A2C46"/>
                </a:solidFill>
                <a:latin typeface="Arial"/>
                <a:ea typeface="Arial"/>
                <a:cs typeface="Arial"/>
              </a:defRPr>
            </a:lvl4pPr>
            <a:lvl5pPr>
              <a:defRPr sz="1725" b="1">
                <a:solidFill>
                  <a:srgbClr val="0A2C46"/>
                </a:solidFill>
                <a:latin typeface="Arial"/>
                <a:ea typeface="Arial"/>
                <a:cs typeface="Arial"/>
              </a:defRPr>
            </a:lvl5pPr>
            <a:lvl6pPr>
              <a:defRPr sz="1725" b="1">
                <a:solidFill>
                  <a:srgbClr val="0A2C46"/>
                </a:solidFill>
                <a:latin typeface="Arial"/>
                <a:ea typeface="Arial"/>
                <a:cs typeface="Arial"/>
              </a:defRPr>
            </a:lvl6pPr>
            <a:lvl7pPr>
              <a:defRPr sz="1725" b="1">
                <a:solidFill>
                  <a:srgbClr val="0A2C46"/>
                </a:solidFill>
                <a:latin typeface="Arial"/>
                <a:ea typeface="Arial"/>
                <a:cs typeface="Arial"/>
              </a:defRPr>
            </a:lvl7pPr>
            <a:lvl8pPr>
              <a:defRPr sz="1725" b="1">
                <a:solidFill>
                  <a:srgbClr val="0A2C46"/>
                </a:solidFill>
                <a:latin typeface="Arial"/>
                <a:ea typeface="Arial"/>
                <a:cs typeface="Arial"/>
              </a:defRPr>
            </a:lvl8pPr>
            <a:lvl9pPr>
              <a:defRPr sz="1725" b="1">
                <a:solidFill>
                  <a:srgbClr val="0A2C46"/>
                </a:solidFill>
                <a:latin typeface="Arial"/>
                <a:ea typeface="Arial"/>
                <a:cs typeface="Arial"/>
              </a:defRPr>
            </a:lvl9pPr>
          </a:lstStyle>
          <a:p xmlns:a="http://schemas.openxmlformats.org/drawingml/2006/main">
            <a:pPr>
              <a:defRPr sz="1725" b="1">
                <a:solidFill>
                  <a:srgbClr val="0A2C46"/>
                </a:solidFill>
                <a:latin typeface="Arial"/>
                <a:ea typeface="Arial"/>
                <a:cs typeface="Arial"/>
              </a:defRPr>
            </a:pPr>
            <a:r>
              <a:rPr sz="1725" b="1">
                <a:solidFill>
                  <a:srgbClr val="0A2C46"/>
                </a:solidFill>
                <a:latin typeface="Arial"/>
                <a:ea typeface="Arial"/>
                <a:cs typeface="Arial"/>
              </a:rPr>
              <a:t>B · Signal preprocessing</a:t>
            </a:r>
          </a:p>
        </p:txBody>
      </p:sp>
      <p:sp>
        <p:nvSpPr>
          <p:cNvPr id="63" name="">
            <a:extLst xmlns:a="http://schemas.openxmlformats.org/drawingml/2006/main">
              <a:ext uri="{FF2B5EF4-FFF2-40B4-BE49-F238E27FC236}">
                <a16:creationId xmlns:a16="http://schemas.microsoft.com/office/drawing/2014/main" id="{DC85FCE6-88BE-4FF4-B8C4-12720B7727B8}"/>
              </a:ext>
            </a:extLst>
          </p:cNvPr>
          <p:cNvSpPr>
            <a:spLocks xmlns:a="http://schemas.openxmlformats.org/drawingml/2006/main" noGrp="1"/>
          </p:cNvSpPr>
          <p:nvPr/>
        </p:nvSpPr>
        <p:spPr>
          <a:xfrm xmlns:a="http://schemas.openxmlformats.org/drawingml/2006/main">
            <a:off x="8829675" y="21688425"/>
            <a:ext cx="7239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350" b="0">
                <a:solidFill>
                  <a:srgbClr val="122B3D"/>
                </a:solidFill>
                <a:latin typeface="Arial"/>
                <a:ea typeface="Arial"/>
                <a:cs typeface="Arial"/>
              </a:defRPr>
            </a:defPPr>
            <a:lvl1pPr>
              <a:defRPr sz="1350" b="0">
                <a:solidFill>
                  <a:srgbClr val="122B3D"/>
                </a:solidFill>
                <a:latin typeface="Arial"/>
                <a:ea typeface="Arial"/>
                <a:cs typeface="Arial"/>
              </a:defRPr>
            </a:lvl1pPr>
            <a:lvl2pPr>
              <a:defRPr sz="1350" b="0">
                <a:solidFill>
                  <a:srgbClr val="122B3D"/>
                </a:solidFill>
                <a:latin typeface="Arial"/>
                <a:ea typeface="Arial"/>
                <a:cs typeface="Arial"/>
              </a:defRPr>
            </a:lvl2pPr>
            <a:lvl3pPr>
              <a:defRPr sz="1350" b="0">
                <a:solidFill>
                  <a:srgbClr val="122B3D"/>
                </a:solidFill>
                <a:latin typeface="Arial"/>
                <a:ea typeface="Arial"/>
                <a:cs typeface="Arial"/>
              </a:defRPr>
            </a:lvl3pPr>
            <a:lvl4pPr>
              <a:defRPr sz="1350" b="0">
                <a:solidFill>
                  <a:srgbClr val="122B3D"/>
                </a:solidFill>
                <a:latin typeface="Arial"/>
                <a:ea typeface="Arial"/>
                <a:cs typeface="Arial"/>
              </a:defRPr>
            </a:lvl4pPr>
            <a:lvl5pPr>
              <a:defRPr sz="1350" b="0">
                <a:solidFill>
                  <a:srgbClr val="122B3D"/>
                </a:solidFill>
                <a:latin typeface="Arial"/>
                <a:ea typeface="Arial"/>
                <a:cs typeface="Arial"/>
              </a:defRPr>
            </a:lvl5pPr>
            <a:lvl6pPr>
              <a:defRPr sz="1350" b="0">
                <a:solidFill>
                  <a:srgbClr val="122B3D"/>
                </a:solidFill>
                <a:latin typeface="Arial"/>
                <a:ea typeface="Arial"/>
                <a:cs typeface="Arial"/>
              </a:defRPr>
            </a:lvl6pPr>
            <a:lvl7pPr>
              <a:defRPr sz="1350" b="0">
                <a:solidFill>
                  <a:srgbClr val="122B3D"/>
                </a:solidFill>
                <a:latin typeface="Arial"/>
                <a:ea typeface="Arial"/>
                <a:cs typeface="Arial"/>
              </a:defRPr>
            </a:lvl7pPr>
            <a:lvl8pPr>
              <a:defRPr sz="1350" b="0">
                <a:solidFill>
                  <a:srgbClr val="122B3D"/>
                </a:solidFill>
                <a:latin typeface="Arial"/>
                <a:ea typeface="Arial"/>
                <a:cs typeface="Arial"/>
              </a:defRPr>
            </a:lvl8pPr>
            <a:lvl9pPr>
              <a:defRPr sz="1350" b="0">
                <a:solidFill>
                  <a:srgbClr val="122B3D"/>
                </a:solidFill>
                <a:latin typeface="Arial"/>
                <a:ea typeface="Arial"/>
                <a:cs typeface="Arial"/>
              </a:defRPr>
            </a:lvl9pPr>
          </a:lstStyle>
          <a:p xmlns:a="http://schemas.openxmlformats.org/drawingml/2006/main">
            <a:pPr>
              <a:defRPr sz="1350" b="0">
                <a:solidFill>
                  <a:srgbClr val="122B3D"/>
                </a:solidFill>
                <a:latin typeface="Arial"/>
                <a:ea typeface="Arial"/>
                <a:cs typeface="Arial"/>
              </a:defRPr>
            </a:pPr>
            <a:r>
              <a:rPr sz="1350" b="0">
                <a:solidFill>
                  <a:srgbClr val="122B3D"/>
                </a:solidFill>
                <a:latin typeface="Arial"/>
                <a:ea typeface="Arial"/>
                <a:cs typeface="Arial"/>
              </a:rPr>
              <a:t>The FITS service finds common time and flux columns, removes NaN/Inf samples, requires at least 100 valid points, normalizes by median flux and linearly interpolates every curve to 2,048 points.</a:t>
            </a:r>
          </a:p>
        </p:txBody>
      </p:sp>
      <p:sp>
        <p:nvSpPr>
          <p:cNvPr id="64" name="">
            <a:extLst xmlns:a="http://schemas.openxmlformats.org/drawingml/2006/main">
              <a:ext uri="{FF2B5EF4-FFF2-40B4-BE49-F238E27FC236}">
                <a16:creationId xmlns:a16="http://schemas.microsoft.com/office/drawing/2014/main" id="{2A9EB199-5213-4115-B7C0-3CD86B2E26C0}"/>
              </a:ext>
            </a:extLst>
          </p:cNvPr>
          <p:cNvSpPr>
            <a:spLocks xmlns:a="http://schemas.openxmlformats.org/drawingml/2006/main" noGrp="1"/>
          </p:cNvSpPr>
          <p:nvPr/>
        </p:nvSpPr>
        <p:spPr>
          <a:xfrm xmlns:a="http://schemas.openxmlformats.org/drawingml/2006/main">
            <a:off x="904875" y="23545800"/>
            <a:ext cx="7505700" cy="2190750"/>
          </a:xfrm>
          <a:prstGeom xmlns:a="http://schemas.openxmlformats.org/drawingml/2006/main" prst="rect">
            <a:avLst/>
          </a:prstGeom>
          <a:solidFill xmlns:a="http://schemas.openxmlformats.org/drawingml/2006/main">
            <a:srgbClr val="EAF5F8"/>
          </a:solidFill>
          <a:ln xmlns:a="http://schemas.openxmlformats.org/drawingml/2006/main" w="19050">
            <a:solidFill>
              <a:srgbClr val="009BB5"/>
            </a:solidFill>
            <a:prstDash val="solid"/>
          </a:ln>
        </p:spPr>
      </p:sp>
      <p:sp>
        <p:nvSpPr>
          <p:cNvPr id="65" name="">
            <a:extLst xmlns:a="http://schemas.openxmlformats.org/drawingml/2006/main">
              <a:ext uri="{FF2B5EF4-FFF2-40B4-BE49-F238E27FC236}">
                <a16:creationId xmlns:a16="http://schemas.microsoft.com/office/drawing/2014/main" id="{3853EEDA-70D3-4F60-B2E4-D8090BB305F2}"/>
              </a:ext>
            </a:extLst>
          </p:cNvPr>
          <p:cNvSpPr>
            <a:spLocks xmlns:a="http://schemas.openxmlformats.org/drawingml/2006/main" noGrp="1"/>
          </p:cNvSpPr>
          <p:nvPr/>
        </p:nvSpPr>
        <p:spPr>
          <a:xfrm xmlns:a="http://schemas.openxmlformats.org/drawingml/2006/main">
            <a:off x="1038225" y="23641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725" b="1">
                <a:solidFill>
                  <a:srgbClr val="0A2C46"/>
                </a:solidFill>
                <a:latin typeface="Arial"/>
                <a:ea typeface="Arial"/>
                <a:cs typeface="Arial"/>
              </a:defRPr>
            </a:defPPr>
            <a:lvl1pPr>
              <a:defRPr sz="1725" b="1">
                <a:solidFill>
                  <a:srgbClr val="0A2C46"/>
                </a:solidFill>
                <a:latin typeface="Arial"/>
                <a:ea typeface="Arial"/>
                <a:cs typeface="Arial"/>
              </a:defRPr>
            </a:lvl1pPr>
            <a:lvl2pPr>
              <a:defRPr sz="1725" b="1">
                <a:solidFill>
                  <a:srgbClr val="0A2C46"/>
                </a:solidFill>
                <a:latin typeface="Arial"/>
                <a:ea typeface="Arial"/>
                <a:cs typeface="Arial"/>
              </a:defRPr>
            </a:lvl2pPr>
            <a:lvl3pPr>
              <a:defRPr sz="1725" b="1">
                <a:solidFill>
                  <a:srgbClr val="0A2C46"/>
                </a:solidFill>
                <a:latin typeface="Arial"/>
                <a:ea typeface="Arial"/>
                <a:cs typeface="Arial"/>
              </a:defRPr>
            </a:lvl3pPr>
            <a:lvl4pPr>
              <a:defRPr sz="1725" b="1">
                <a:solidFill>
                  <a:srgbClr val="0A2C46"/>
                </a:solidFill>
                <a:latin typeface="Arial"/>
                <a:ea typeface="Arial"/>
                <a:cs typeface="Arial"/>
              </a:defRPr>
            </a:lvl4pPr>
            <a:lvl5pPr>
              <a:defRPr sz="1725" b="1">
                <a:solidFill>
                  <a:srgbClr val="0A2C46"/>
                </a:solidFill>
                <a:latin typeface="Arial"/>
                <a:ea typeface="Arial"/>
                <a:cs typeface="Arial"/>
              </a:defRPr>
            </a:lvl5pPr>
            <a:lvl6pPr>
              <a:defRPr sz="1725" b="1">
                <a:solidFill>
                  <a:srgbClr val="0A2C46"/>
                </a:solidFill>
                <a:latin typeface="Arial"/>
                <a:ea typeface="Arial"/>
                <a:cs typeface="Arial"/>
              </a:defRPr>
            </a:lvl6pPr>
            <a:lvl7pPr>
              <a:defRPr sz="1725" b="1">
                <a:solidFill>
                  <a:srgbClr val="0A2C46"/>
                </a:solidFill>
                <a:latin typeface="Arial"/>
                <a:ea typeface="Arial"/>
                <a:cs typeface="Arial"/>
              </a:defRPr>
            </a:lvl7pPr>
            <a:lvl8pPr>
              <a:defRPr sz="1725" b="1">
                <a:solidFill>
                  <a:srgbClr val="0A2C46"/>
                </a:solidFill>
                <a:latin typeface="Arial"/>
                <a:ea typeface="Arial"/>
                <a:cs typeface="Arial"/>
              </a:defRPr>
            </a:lvl8pPr>
            <a:lvl9pPr>
              <a:defRPr sz="1725" b="1">
                <a:solidFill>
                  <a:srgbClr val="0A2C46"/>
                </a:solidFill>
                <a:latin typeface="Arial"/>
                <a:ea typeface="Arial"/>
                <a:cs typeface="Arial"/>
              </a:defRPr>
            </a:lvl9pPr>
          </a:lstStyle>
          <a:p xmlns:a="http://schemas.openxmlformats.org/drawingml/2006/main">
            <a:pPr>
              <a:defRPr sz="1725" b="1">
                <a:solidFill>
                  <a:srgbClr val="0A2C46"/>
                </a:solidFill>
                <a:latin typeface="Arial"/>
                <a:ea typeface="Arial"/>
                <a:cs typeface="Arial"/>
              </a:defRPr>
            </a:pPr>
            <a:r>
              <a:rPr sz="1725" b="1">
                <a:solidFill>
                  <a:srgbClr val="0A2C46"/>
                </a:solidFill>
                <a:latin typeface="Arial"/>
                <a:ea typeface="Arial"/>
                <a:cs typeface="Arial"/>
              </a:rPr>
              <a:t>C · Random Forest</a:t>
            </a:r>
          </a:p>
        </p:txBody>
      </p:sp>
      <p:sp>
        <p:nvSpPr>
          <p:cNvPr id="66" name="">
            <a:extLst xmlns:a="http://schemas.openxmlformats.org/drawingml/2006/main">
              <a:ext uri="{FF2B5EF4-FFF2-40B4-BE49-F238E27FC236}">
                <a16:creationId xmlns:a16="http://schemas.microsoft.com/office/drawing/2014/main" id="{C149FAF9-FDB0-42B8-8744-34B2326BDF54}"/>
              </a:ext>
            </a:extLst>
          </p:cNvPr>
          <p:cNvSpPr>
            <a:spLocks xmlns:a="http://schemas.openxmlformats.org/drawingml/2006/main" noGrp="1"/>
          </p:cNvSpPr>
          <p:nvPr/>
        </p:nvSpPr>
        <p:spPr>
          <a:xfrm xmlns:a="http://schemas.openxmlformats.org/drawingml/2006/main">
            <a:off x="1038225" y="24069675"/>
            <a:ext cx="7239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350" b="0">
                <a:solidFill>
                  <a:srgbClr val="122B3D"/>
                </a:solidFill>
                <a:latin typeface="Arial"/>
                <a:ea typeface="Arial"/>
                <a:cs typeface="Arial"/>
              </a:defRPr>
            </a:defPPr>
            <a:lvl1pPr>
              <a:defRPr sz="1350" b="0">
                <a:solidFill>
                  <a:srgbClr val="122B3D"/>
                </a:solidFill>
                <a:latin typeface="Arial"/>
                <a:ea typeface="Arial"/>
                <a:cs typeface="Arial"/>
              </a:defRPr>
            </a:lvl1pPr>
            <a:lvl2pPr>
              <a:defRPr sz="1350" b="0">
                <a:solidFill>
                  <a:srgbClr val="122B3D"/>
                </a:solidFill>
                <a:latin typeface="Arial"/>
                <a:ea typeface="Arial"/>
                <a:cs typeface="Arial"/>
              </a:defRPr>
            </a:lvl2pPr>
            <a:lvl3pPr>
              <a:defRPr sz="1350" b="0">
                <a:solidFill>
                  <a:srgbClr val="122B3D"/>
                </a:solidFill>
                <a:latin typeface="Arial"/>
                <a:ea typeface="Arial"/>
                <a:cs typeface="Arial"/>
              </a:defRPr>
            </a:lvl3pPr>
            <a:lvl4pPr>
              <a:defRPr sz="1350" b="0">
                <a:solidFill>
                  <a:srgbClr val="122B3D"/>
                </a:solidFill>
                <a:latin typeface="Arial"/>
                <a:ea typeface="Arial"/>
                <a:cs typeface="Arial"/>
              </a:defRPr>
            </a:lvl4pPr>
            <a:lvl5pPr>
              <a:defRPr sz="1350" b="0">
                <a:solidFill>
                  <a:srgbClr val="122B3D"/>
                </a:solidFill>
                <a:latin typeface="Arial"/>
                <a:ea typeface="Arial"/>
                <a:cs typeface="Arial"/>
              </a:defRPr>
            </a:lvl5pPr>
            <a:lvl6pPr>
              <a:defRPr sz="1350" b="0">
                <a:solidFill>
                  <a:srgbClr val="122B3D"/>
                </a:solidFill>
                <a:latin typeface="Arial"/>
                <a:ea typeface="Arial"/>
                <a:cs typeface="Arial"/>
              </a:defRPr>
            </a:lvl6pPr>
            <a:lvl7pPr>
              <a:defRPr sz="1350" b="0">
                <a:solidFill>
                  <a:srgbClr val="122B3D"/>
                </a:solidFill>
                <a:latin typeface="Arial"/>
                <a:ea typeface="Arial"/>
                <a:cs typeface="Arial"/>
              </a:defRPr>
            </a:lvl7pPr>
            <a:lvl8pPr>
              <a:defRPr sz="1350" b="0">
                <a:solidFill>
                  <a:srgbClr val="122B3D"/>
                </a:solidFill>
                <a:latin typeface="Arial"/>
                <a:ea typeface="Arial"/>
                <a:cs typeface="Arial"/>
              </a:defRPr>
            </a:lvl8pPr>
            <a:lvl9pPr>
              <a:defRPr sz="1350" b="0">
                <a:solidFill>
                  <a:srgbClr val="122B3D"/>
                </a:solidFill>
                <a:latin typeface="Arial"/>
                <a:ea typeface="Arial"/>
                <a:cs typeface="Arial"/>
              </a:defRPr>
            </a:lvl9pPr>
          </a:lstStyle>
          <a:p xmlns:a="http://schemas.openxmlformats.org/drawingml/2006/main">
            <a:pPr>
              <a:defRPr sz="1350" b="0">
                <a:solidFill>
                  <a:srgbClr val="122B3D"/>
                </a:solidFill>
                <a:latin typeface="Arial"/>
                <a:ea typeface="Arial"/>
                <a:cs typeface="Arial"/>
              </a:defRPr>
            </a:pPr>
            <a:r>
              <a:rPr sz="1350" b="0">
                <a:solidFill>
                  <a:srgbClr val="122B3D"/>
                </a:solidFill>
                <a:latin typeface="Arial"/>
                <a:ea typeface="Arial"/>
                <a:cs typeface="Arial"/>
              </a:rPr>
              <a:t>The feature path standardizes 37 engineered variables and trains class-balanced trees with a stratified 80/20 split. The model stores feature importance and AUC metadata.</a:t>
            </a:r>
          </a:p>
        </p:txBody>
      </p:sp>
      <p:sp>
        <p:nvSpPr>
          <p:cNvPr id="67" name="">
            <a:extLst xmlns:a="http://schemas.openxmlformats.org/drawingml/2006/main">
              <a:ext uri="{FF2B5EF4-FFF2-40B4-BE49-F238E27FC236}">
                <a16:creationId xmlns:a16="http://schemas.microsoft.com/office/drawing/2014/main" id="{67AF9170-4E2B-4120-8933-6E9B5A12321F}"/>
              </a:ext>
            </a:extLst>
          </p:cNvPr>
          <p:cNvSpPr>
            <a:spLocks xmlns:a="http://schemas.openxmlformats.org/drawingml/2006/main" noGrp="1"/>
          </p:cNvSpPr>
          <p:nvPr/>
        </p:nvSpPr>
        <p:spPr>
          <a:xfrm xmlns:a="http://schemas.openxmlformats.org/drawingml/2006/main">
            <a:off x="8696325" y="23545800"/>
            <a:ext cx="7505700" cy="2190750"/>
          </a:xfrm>
          <a:prstGeom xmlns:a="http://schemas.openxmlformats.org/drawingml/2006/main" prst="rect">
            <a:avLst/>
          </a:prstGeom>
          <a:solidFill xmlns:a="http://schemas.openxmlformats.org/drawingml/2006/main">
            <a:srgbClr val="EAF5F8"/>
          </a:solidFill>
          <a:ln xmlns:a="http://schemas.openxmlformats.org/drawingml/2006/main" w="19050">
            <a:solidFill>
              <a:srgbClr val="009BB5"/>
            </a:solidFill>
            <a:prstDash val="solid"/>
          </a:ln>
        </p:spPr>
      </p:sp>
      <p:sp>
        <p:nvSpPr>
          <p:cNvPr id="68" name="">
            <a:extLst xmlns:a="http://schemas.openxmlformats.org/drawingml/2006/main">
              <a:ext uri="{FF2B5EF4-FFF2-40B4-BE49-F238E27FC236}">
                <a16:creationId xmlns:a16="http://schemas.microsoft.com/office/drawing/2014/main" id="{5CCE436D-A51C-4283-A4E4-9C4AFB65BB0F}"/>
              </a:ext>
            </a:extLst>
          </p:cNvPr>
          <p:cNvSpPr>
            <a:spLocks xmlns:a="http://schemas.openxmlformats.org/drawingml/2006/main" noGrp="1"/>
          </p:cNvSpPr>
          <p:nvPr/>
        </p:nvSpPr>
        <p:spPr>
          <a:xfrm xmlns:a="http://schemas.openxmlformats.org/drawingml/2006/main">
            <a:off x="8829675" y="2364105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725" b="1">
                <a:solidFill>
                  <a:srgbClr val="0A2C46"/>
                </a:solidFill>
                <a:latin typeface="Arial"/>
                <a:ea typeface="Arial"/>
                <a:cs typeface="Arial"/>
              </a:defRPr>
            </a:defPPr>
            <a:lvl1pPr>
              <a:defRPr sz="1725" b="1">
                <a:solidFill>
                  <a:srgbClr val="0A2C46"/>
                </a:solidFill>
                <a:latin typeface="Arial"/>
                <a:ea typeface="Arial"/>
                <a:cs typeface="Arial"/>
              </a:defRPr>
            </a:lvl1pPr>
            <a:lvl2pPr>
              <a:defRPr sz="1725" b="1">
                <a:solidFill>
                  <a:srgbClr val="0A2C46"/>
                </a:solidFill>
                <a:latin typeface="Arial"/>
                <a:ea typeface="Arial"/>
                <a:cs typeface="Arial"/>
              </a:defRPr>
            </a:lvl2pPr>
            <a:lvl3pPr>
              <a:defRPr sz="1725" b="1">
                <a:solidFill>
                  <a:srgbClr val="0A2C46"/>
                </a:solidFill>
                <a:latin typeface="Arial"/>
                <a:ea typeface="Arial"/>
                <a:cs typeface="Arial"/>
              </a:defRPr>
            </a:lvl3pPr>
            <a:lvl4pPr>
              <a:defRPr sz="1725" b="1">
                <a:solidFill>
                  <a:srgbClr val="0A2C46"/>
                </a:solidFill>
                <a:latin typeface="Arial"/>
                <a:ea typeface="Arial"/>
                <a:cs typeface="Arial"/>
              </a:defRPr>
            </a:lvl4pPr>
            <a:lvl5pPr>
              <a:defRPr sz="1725" b="1">
                <a:solidFill>
                  <a:srgbClr val="0A2C46"/>
                </a:solidFill>
                <a:latin typeface="Arial"/>
                <a:ea typeface="Arial"/>
                <a:cs typeface="Arial"/>
              </a:defRPr>
            </a:lvl5pPr>
            <a:lvl6pPr>
              <a:defRPr sz="1725" b="1">
                <a:solidFill>
                  <a:srgbClr val="0A2C46"/>
                </a:solidFill>
                <a:latin typeface="Arial"/>
                <a:ea typeface="Arial"/>
                <a:cs typeface="Arial"/>
              </a:defRPr>
            </a:lvl6pPr>
            <a:lvl7pPr>
              <a:defRPr sz="1725" b="1">
                <a:solidFill>
                  <a:srgbClr val="0A2C46"/>
                </a:solidFill>
                <a:latin typeface="Arial"/>
                <a:ea typeface="Arial"/>
                <a:cs typeface="Arial"/>
              </a:defRPr>
            </a:lvl7pPr>
            <a:lvl8pPr>
              <a:defRPr sz="1725" b="1">
                <a:solidFill>
                  <a:srgbClr val="0A2C46"/>
                </a:solidFill>
                <a:latin typeface="Arial"/>
                <a:ea typeface="Arial"/>
                <a:cs typeface="Arial"/>
              </a:defRPr>
            </a:lvl8pPr>
            <a:lvl9pPr>
              <a:defRPr sz="1725" b="1">
                <a:solidFill>
                  <a:srgbClr val="0A2C46"/>
                </a:solidFill>
                <a:latin typeface="Arial"/>
                <a:ea typeface="Arial"/>
                <a:cs typeface="Arial"/>
              </a:defRPr>
            </a:lvl9pPr>
          </a:lstStyle>
          <a:p xmlns:a="http://schemas.openxmlformats.org/drawingml/2006/main">
            <a:pPr>
              <a:defRPr sz="1725" b="1">
                <a:solidFill>
                  <a:srgbClr val="0A2C46"/>
                </a:solidFill>
                <a:latin typeface="Arial"/>
                <a:ea typeface="Arial"/>
                <a:cs typeface="Arial"/>
              </a:defRPr>
            </a:pPr>
            <a:r>
              <a:rPr sz="1725" b="1">
                <a:solidFill>
                  <a:srgbClr val="0A2C46"/>
                </a:solidFill>
                <a:latin typeface="Arial"/>
                <a:ea typeface="Arial"/>
                <a:cs typeface="Arial"/>
              </a:rPr>
              <a:t>D · Sequence models</a:t>
            </a:r>
          </a:p>
        </p:txBody>
      </p:sp>
      <p:sp>
        <p:nvSpPr>
          <p:cNvPr id="69" name="">
            <a:extLst xmlns:a="http://schemas.openxmlformats.org/drawingml/2006/main">
              <a:ext uri="{FF2B5EF4-FFF2-40B4-BE49-F238E27FC236}">
                <a16:creationId xmlns:a16="http://schemas.microsoft.com/office/drawing/2014/main" id="{DD1CA78E-A9D6-4B8D-A505-31EFCC69FE65}"/>
              </a:ext>
            </a:extLst>
          </p:cNvPr>
          <p:cNvSpPr>
            <a:spLocks xmlns:a="http://schemas.openxmlformats.org/drawingml/2006/main" noGrp="1"/>
          </p:cNvSpPr>
          <p:nvPr/>
        </p:nvSpPr>
        <p:spPr>
          <a:xfrm xmlns:a="http://schemas.openxmlformats.org/drawingml/2006/main">
            <a:off x="8829675" y="24069675"/>
            <a:ext cx="7239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350" b="0">
                <a:solidFill>
                  <a:srgbClr val="122B3D"/>
                </a:solidFill>
                <a:latin typeface="Arial"/>
                <a:ea typeface="Arial"/>
                <a:cs typeface="Arial"/>
              </a:defRPr>
            </a:defPPr>
            <a:lvl1pPr>
              <a:defRPr sz="1350" b="0">
                <a:solidFill>
                  <a:srgbClr val="122B3D"/>
                </a:solidFill>
                <a:latin typeface="Arial"/>
                <a:ea typeface="Arial"/>
                <a:cs typeface="Arial"/>
              </a:defRPr>
            </a:lvl1pPr>
            <a:lvl2pPr>
              <a:defRPr sz="1350" b="0">
                <a:solidFill>
                  <a:srgbClr val="122B3D"/>
                </a:solidFill>
                <a:latin typeface="Arial"/>
                <a:ea typeface="Arial"/>
                <a:cs typeface="Arial"/>
              </a:defRPr>
            </a:lvl2pPr>
            <a:lvl3pPr>
              <a:defRPr sz="1350" b="0">
                <a:solidFill>
                  <a:srgbClr val="122B3D"/>
                </a:solidFill>
                <a:latin typeface="Arial"/>
                <a:ea typeface="Arial"/>
                <a:cs typeface="Arial"/>
              </a:defRPr>
            </a:lvl3pPr>
            <a:lvl4pPr>
              <a:defRPr sz="1350" b="0">
                <a:solidFill>
                  <a:srgbClr val="122B3D"/>
                </a:solidFill>
                <a:latin typeface="Arial"/>
                <a:ea typeface="Arial"/>
                <a:cs typeface="Arial"/>
              </a:defRPr>
            </a:lvl4pPr>
            <a:lvl5pPr>
              <a:defRPr sz="1350" b="0">
                <a:solidFill>
                  <a:srgbClr val="122B3D"/>
                </a:solidFill>
                <a:latin typeface="Arial"/>
                <a:ea typeface="Arial"/>
                <a:cs typeface="Arial"/>
              </a:defRPr>
            </a:lvl5pPr>
            <a:lvl6pPr>
              <a:defRPr sz="1350" b="0">
                <a:solidFill>
                  <a:srgbClr val="122B3D"/>
                </a:solidFill>
                <a:latin typeface="Arial"/>
                <a:ea typeface="Arial"/>
                <a:cs typeface="Arial"/>
              </a:defRPr>
            </a:lvl6pPr>
            <a:lvl7pPr>
              <a:defRPr sz="1350" b="0">
                <a:solidFill>
                  <a:srgbClr val="122B3D"/>
                </a:solidFill>
                <a:latin typeface="Arial"/>
                <a:ea typeface="Arial"/>
                <a:cs typeface="Arial"/>
              </a:defRPr>
            </a:lvl7pPr>
            <a:lvl8pPr>
              <a:defRPr sz="1350" b="0">
                <a:solidFill>
                  <a:srgbClr val="122B3D"/>
                </a:solidFill>
                <a:latin typeface="Arial"/>
                <a:ea typeface="Arial"/>
                <a:cs typeface="Arial"/>
              </a:defRPr>
            </a:lvl8pPr>
            <a:lvl9pPr>
              <a:defRPr sz="1350" b="0">
                <a:solidFill>
                  <a:srgbClr val="122B3D"/>
                </a:solidFill>
                <a:latin typeface="Arial"/>
                <a:ea typeface="Arial"/>
                <a:cs typeface="Arial"/>
              </a:defRPr>
            </a:lvl9pPr>
          </a:lstStyle>
          <a:p xmlns:a="http://schemas.openxmlformats.org/drawingml/2006/main">
            <a:pPr>
              <a:defRPr sz="1350" b="0">
                <a:solidFill>
                  <a:srgbClr val="122B3D"/>
                </a:solidFill>
                <a:latin typeface="Arial"/>
                <a:ea typeface="Arial"/>
                <a:cs typeface="Arial"/>
              </a:defRPr>
            </a:pPr>
            <a:r>
              <a:rPr sz="1350" b="0">
                <a:solidFill>
                  <a:srgbClr val="122B3D"/>
                </a:solidFill>
                <a:latin typeface="Arial"/>
                <a:ea typeface="Arial"/>
                <a:cs typeface="Arial"/>
              </a:rPr>
              <a:t>The 1D CNN uses five convolution blocks: 64, 128, 256, 512 and 512 channels. LSTM downsamples to 256 timesteps with 32 hidden units. An MLP provides a dense baseline.</a:t>
            </a:r>
          </a:p>
        </p:txBody>
      </p:sp>
      <p:sp>
        <p:nvSpPr>
          <p:cNvPr id="70" name="">
            <a:extLst xmlns:a="http://schemas.openxmlformats.org/drawingml/2006/main">
              <a:ext uri="{FF2B5EF4-FFF2-40B4-BE49-F238E27FC236}">
                <a16:creationId xmlns:a16="http://schemas.microsoft.com/office/drawing/2014/main" id="{29516713-3432-40D4-B759-4840DAD9E962}"/>
              </a:ext>
            </a:extLst>
          </p:cNvPr>
          <p:cNvSpPr>
            <a:spLocks xmlns:a="http://schemas.openxmlformats.org/drawingml/2006/main" noGrp="1"/>
          </p:cNvSpPr>
          <p:nvPr/>
        </p:nvSpPr>
        <p:spPr>
          <a:xfrm xmlns:a="http://schemas.openxmlformats.org/drawingml/2006/main">
            <a:off x="904875" y="25927050"/>
            <a:ext cx="7505700" cy="2190750"/>
          </a:xfrm>
          <a:prstGeom xmlns:a="http://schemas.openxmlformats.org/drawingml/2006/main" prst="rect">
            <a:avLst/>
          </a:prstGeom>
          <a:solidFill xmlns:a="http://schemas.openxmlformats.org/drawingml/2006/main">
            <a:srgbClr val="EAF5F8"/>
          </a:solidFill>
          <a:ln xmlns:a="http://schemas.openxmlformats.org/drawingml/2006/main" w="19050">
            <a:solidFill>
              <a:srgbClr val="009BB5"/>
            </a:solidFill>
            <a:prstDash val="solid"/>
          </a:ln>
        </p:spPr>
      </p:sp>
      <p:sp>
        <p:nvSpPr>
          <p:cNvPr id="71" name="">
            <a:extLst xmlns:a="http://schemas.openxmlformats.org/drawingml/2006/main">
              <a:ext uri="{FF2B5EF4-FFF2-40B4-BE49-F238E27FC236}">
                <a16:creationId xmlns:a16="http://schemas.microsoft.com/office/drawing/2014/main" id="{468657AD-5011-44DB-B76E-49C4AAC1A484}"/>
              </a:ext>
            </a:extLst>
          </p:cNvPr>
          <p:cNvSpPr>
            <a:spLocks xmlns:a="http://schemas.openxmlformats.org/drawingml/2006/main" noGrp="1"/>
          </p:cNvSpPr>
          <p:nvPr/>
        </p:nvSpPr>
        <p:spPr>
          <a:xfrm xmlns:a="http://schemas.openxmlformats.org/drawingml/2006/main">
            <a:off x="1038225" y="2602230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725" b="1">
                <a:solidFill>
                  <a:srgbClr val="0A2C46"/>
                </a:solidFill>
                <a:latin typeface="Arial"/>
                <a:ea typeface="Arial"/>
                <a:cs typeface="Arial"/>
              </a:defRPr>
            </a:defPPr>
            <a:lvl1pPr>
              <a:defRPr sz="1725" b="1">
                <a:solidFill>
                  <a:srgbClr val="0A2C46"/>
                </a:solidFill>
                <a:latin typeface="Arial"/>
                <a:ea typeface="Arial"/>
                <a:cs typeface="Arial"/>
              </a:defRPr>
            </a:lvl1pPr>
            <a:lvl2pPr>
              <a:defRPr sz="1725" b="1">
                <a:solidFill>
                  <a:srgbClr val="0A2C46"/>
                </a:solidFill>
                <a:latin typeface="Arial"/>
                <a:ea typeface="Arial"/>
                <a:cs typeface="Arial"/>
              </a:defRPr>
            </a:lvl2pPr>
            <a:lvl3pPr>
              <a:defRPr sz="1725" b="1">
                <a:solidFill>
                  <a:srgbClr val="0A2C46"/>
                </a:solidFill>
                <a:latin typeface="Arial"/>
                <a:ea typeface="Arial"/>
                <a:cs typeface="Arial"/>
              </a:defRPr>
            </a:lvl3pPr>
            <a:lvl4pPr>
              <a:defRPr sz="1725" b="1">
                <a:solidFill>
                  <a:srgbClr val="0A2C46"/>
                </a:solidFill>
                <a:latin typeface="Arial"/>
                <a:ea typeface="Arial"/>
                <a:cs typeface="Arial"/>
              </a:defRPr>
            </a:lvl4pPr>
            <a:lvl5pPr>
              <a:defRPr sz="1725" b="1">
                <a:solidFill>
                  <a:srgbClr val="0A2C46"/>
                </a:solidFill>
                <a:latin typeface="Arial"/>
                <a:ea typeface="Arial"/>
                <a:cs typeface="Arial"/>
              </a:defRPr>
            </a:lvl5pPr>
            <a:lvl6pPr>
              <a:defRPr sz="1725" b="1">
                <a:solidFill>
                  <a:srgbClr val="0A2C46"/>
                </a:solidFill>
                <a:latin typeface="Arial"/>
                <a:ea typeface="Arial"/>
                <a:cs typeface="Arial"/>
              </a:defRPr>
            </a:lvl6pPr>
            <a:lvl7pPr>
              <a:defRPr sz="1725" b="1">
                <a:solidFill>
                  <a:srgbClr val="0A2C46"/>
                </a:solidFill>
                <a:latin typeface="Arial"/>
                <a:ea typeface="Arial"/>
                <a:cs typeface="Arial"/>
              </a:defRPr>
            </a:lvl7pPr>
            <a:lvl8pPr>
              <a:defRPr sz="1725" b="1">
                <a:solidFill>
                  <a:srgbClr val="0A2C46"/>
                </a:solidFill>
                <a:latin typeface="Arial"/>
                <a:ea typeface="Arial"/>
                <a:cs typeface="Arial"/>
              </a:defRPr>
            </a:lvl8pPr>
            <a:lvl9pPr>
              <a:defRPr sz="1725" b="1">
                <a:solidFill>
                  <a:srgbClr val="0A2C46"/>
                </a:solidFill>
                <a:latin typeface="Arial"/>
                <a:ea typeface="Arial"/>
                <a:cs typeface="Arial"/>
              </a:defRPr>
            </a:lvl9pPr>
          </a:lstStyle>
          <a:p xmlns:a="http://schemas.openxmlformats.org/drawingml/2006/main">
            <a:pPr>
              <a:defRPr sz="1725" b="1">
                <a:solidFill>
                  <a:srgbClr val="0A2C46"/>
                </a:solidFill>
                <a:latin typeface="Arial"/>
                <a:ea typeface="Arial"/>
                <a:cs typeface="Arial"/>
              </a:defRPr>
            </a:pPr>
            <a:r>
              <a:rPr sz="1725" b="1">
                <a:solidFill>
                  <a:srgbClr val="0A2C46"/>
                </a:solidFill>
                <a:latin typeface="Arial"/>
                <a:ea typeface="Arial"/>
                <a:cs typeface="Arial"/>
              </a:rPr>
              <a:t>E · Training controls</a:t>
            </a:r>
          </a:p>
        </p:txBody>
      </p:sp>
      <p:sp>
        <p:nvSpPr>
          <p:cNvPr id="72" name="">
            <a:extLst xmlns:a="http://schemas.openxmlformats.org/drawingml/2006/main">
              <a:ext uri="{FF2B5EF4-FFF2-40B4-BE49-F238E27FC236}">
                <a16:creationId xmlns:a16="http://schemas.microsoft.com/office/drawing/2014/main" id="{6216B4D9-4260-40B4-9140-14DC78BA5E05}"/>
              </a:ext>
            </a:extLst>
          </p:cNvPr>
          <p:cNvSpPr>
            <a:spLocks xmlns:a="http://schemas.openxmlformats.org/drawingml/2006/main" noGrp="1"/>
          </p:cNvSpPr>
          <p:nvPr/>
        </p:nvSpPr>
        <p:spPr>
          <a:xfrm xmlns:a="http://schemas.openxmlformats.org/drawingml/2006/main">
            <a:off x="1038225" y="26450925"/>
            <a:ext cx="7239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350" b="0">
                <a:solidFill>
                  <a:srgbClr val="122B3D"/>
                </a:solidFill>
                <a:latin typeface="Arial"/>
                <a:ea typeface="Arial"/>
                <a:cs typeface="Arial"/>
              </a:defRPr>
            </a:defPPr>
            <a:lvl1pPr>
              <a:defRPr sz="1350" b="0">
                <a:solidFill>
                  <a:srgbClr val="122B3D"/>
                </a:solidFill>
                <a:latin typeface="Arial"/>
                <a:ea typeface="Arial"/>
                <a:cs typeface="Arial"/>
              </a:defRPr>
            </a:lvl1pPr>
            <a:lvl2pPr>
              <a:defRPr sz="1350" b="0">
                <a:solidFill>
                  <a:srgbClr val="122B3D"/>
                </a:solidFill>
                <a:latin typeface="Arial"/>
                <a:ea typeface="Arial"/>
                <a:cs typeface="Arial"/>
              </a:defRPr>
            </a:lvl2pPr>
            <a:lvl3pPr>
              <a:defRPr sz="1350" b="0">
                <a:solidFill>
                  <a:srgbClr val="122B3D"/>
                </a:solidFill>
                <a:latin typeface="Arial"/>
                <a:ea typeface="Arial"/>
                <a:cs typeface="Arial"/>
              </a:defRPr>
            </a:lvl3pPr>
            <a:lvl4pPr>
              <a:defRPr sz="1350" b="0">
                <a:solidFill>
                  <a:srgbClr val="122B3D"/>
                </a:solidFill>
                <a:latin typeface="Arial"/>
                <a:ea typeface="Arial"/>
                <a:cs typeface="Arial"/>
              </a:defRPr>
            </a:lvl4pPr>
            <a:lvl5pPr>
              <a:defRPr sz="1350" b="0">
                <a:solidFill>
                  <a:srgbClr val="122B3D"/>
                </a:solidFill>
                <a:latin typeface="Arial"/>
                <a:ea typeface="Arial"/>
                <a:cs typeface="Arial"/>
              </a:defRPr>
            </a:lvl5pPr>
            <a:lvl6pPr>
              <a:defRPr sz="1350" b="0">
                <a:solidFill>
                  <a:srgbClr val="122B3D"/>
                </a:solidFill>
                <a:latin typeface="Arial"/>
                <a:ea typeface="Arial"/>
                <a:cs typeface="Arial"/>
              </a:defRPr>
            </a:lvl6pPr>
            <a:lvl7pPr>
              <a:defRPr sz="1350" b="0">
                <a:solidFill>
                  <a:srgbClr val="122B3D"/>
                </a:solidFill>
                <a:latin typeface="Arial"/>
                <a:ea typeface="Arial"/>
                <a:cs typeface="Arial"/>
              </a:defRPr>
            </a:lvl7pPr>
            <a:lvl8pPr>
              <a:defRPr sz="1350" b="0">
                <a:solidFill>
                  <a:srgbClr val="122B3D"/>
                </a:solidFill>
                <a:latin typeface="Arial"/>
                <a:ea typeface="Arial"/>
                <a:cs typeface="Arial"/>
              </a:defRPr>
            </a:lvl8pPr>
            <a:lvl9pPr>
              <a:defRPr sz="1350" b="0">
                <a:solidFill>
                  <a:srgbClr val="122B3D"/>
                </a:solidFill>
                <a:latin typeface="Arial"/>
                <a:ea typeface="Arial"/>
                <a:cs typeface="Arial"/>
              </a:defRPr>
            </a:lvl9pPr>
          </a:lstStyle>
          <a:p xmlns:a="http://schemas.openxmlformats.org/drawingml/2006/main">
            <a:pPr>
              <a:defRPr sz="1350" b="0">
                <a:solidFill>
                  <a:srgbClr val="122B3D"/>
                </a:solidFill>
                <a:latin typeface="Arial"/>
                <a:ea typeface="Arial"/>
                <a:cs typeface="Arial"/>
              </a:defRPr>
            </a:pPr>
            <a:r>
              <a:rPr sz="1350" b="0">
                <a:solidFill>
                  <a:srgbClr val="122B3D"/>
                </a:solidFill>
                <a:latin typeface="Arial"/>
                <a:ea typeface="Arial"/>
                <a:cs typeface="Arial"/>
              </a:rPr>
              <a:t>Seed 42, Adam with learning rate 10⁻³, weight decay 10⁻⁴, ReduceLROnPlateau, early stopping, gradient clipping, dropout and augmentation.</a:t>
            </a:r>
          </a:p>
        </p:txBody>
      </p:sp>
      <p:sp>
        <p:nvSpPr>
          <p:cNvPr id="73" name="">
            <a:extLst xmlns:a="http://schemas.openxmlformats.org/drawingml/2006/main">
              <a:ext uri="{FF2B5EF4-FFF2-40B4-BE49-F238E27FC236}">
                <a16:creationId xmlns:a16="http://schemas.microsoft.com/office/drawing/2014/main" id="{360D73A2-9353-4DA8-B0A3-BEE13D08DD57}"/>
              </a:ext>
            </a:extLst>
          </p:cNvPr>
          <p:cNvSpPr>
            <a:spLocks xmlns:a="http://schemas.openxmlformats.org/drawingml/2006/main" noGrp="1"/>
          </p:cNvSpPr>
          <p:nvPr/>
        </p:nvSpPr>
        <p:spPr>
          <a:xfrm xmlns:a="http://schemas.openxmlformats.org/drawingml/2006/main">
            <a:off x="8696325" y="25927050"/>
            <a:ext cx="7505700" cy="2190750"/>
          </a:xfrm>
          <a:prstGeom xmlns:a="http://schemas.openxmlformats.org/drawingml/2006/main" prst="rect">
            <a:avLst/>
          </a:prstGeom>
          <a:solidFill xmlns:a="http://schemas.openxmlformats.org/drawingml/2006/main">
            <a:srgbClr val="EAF5F8"/>
          </a:solidFill>
          <a:ln xmlns:a="http://schemas.openxmlformats.org/drawingml/2006/main" w="19050">
            <a:solidFill>
              <a:srgbClr val="009BB5"/>
            </a:solidFill>
            <a:prstDash val="solid"/>
          </a:ln>
        </p:spPr>
      </p:sp>
      <p:sp>
        <p:nvSpPr>
          <p:cNvPr id="74" name="">
            <a:extLst xmlns:a="http://schemas.openxmlformats.org/drawingml/2006/main">
              <a:ext uri="{FF2B5EF4-FFF2-40B4-BE49-F238E27FC236}">
                <a16:creationId xmlns:a16="http://schemas.microsoft.com/office/drawing/2014/main" id="{5307B9B3-0388-4CFD-A5EF-42B5AB03DC1C}"/>
              </a:ext>
            </a:extLst>
          </p:cNvPr>
          <p:cNvSpPr>
            <a:spLocks xmlns:a="http://schemas.openxmlformats.org/drawingml/2006/main" noGrp="1"/>
          </p:cNvSpPr>
          <p:nvPr/>
        </p:nvSpPr>
        <p:spPr>
          <a:xfrm xmlns:a="http://schemas.openxmlformats.org/drawingml/2006/main">
            <a:off x="8829675" y="26022300"/>
            <a:ext cx="723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725" b="1">
                <a:solidFill>
                  <a:srgbClr val="0A2C46"/>
                </a:solidFill>
                <a:latin typeface="Arial"/>
                <a:ea typeface="Arial"/>
                <a:cs typeface="Arial"/>
              </a:defRPr>
            </a:defPPr>
            <a:lvl1pPr>
              <a:defRPr sz="1725" b="1">
                <a:solidFill>
                  <a:srgbClr val="0A2C46"/>
                </a:solidFill>
                <a:latin typeface="Arial"/>
                <a:ea typeface="Arial"/>
                <a:cs typeface="Arial"/>
              </a:defRPr>
            </a:lvl1pPr>
            <a:lvl2pPr>
              <a:defRPr sz="1725" b="1">
                <a:solidFill>
                  <a:srgbClr val="0A2C46"/>
                </a:solidFill>
                <a:latin typeface="Arial"/>
                <a:ea typeface="Arial"/>
                <a:cs typeface="Arial"/>
              </a:defRPr>
            </a:lvl2pPr>
            <a:lvl3pPr>
              <a:defRPr sz="1725" b="1">
                <a:solidFill>
                  <a:srgbClr val="0A2C46"/>
                </a:solidFill>
                <a:latin typeface="Arial"/>
                <a:ea typeface="Arial"/>
                <a:cs typeface="Arial"/>
              </a:defRPr>
            </a:lvl3pPr>
            <a:lvl4pPr>
              <a:defRPr sz="1725" b="1">
                <a:solidFill>
                  <a:srgbClr val="0A2C46"/>
                </a:solidFill>
                <a:latin typeface="Arial"/>
                <a:ea typeface="Arial"/>
                <a:cs typeface="Arial"/>
              </a:defRPr>
            </a:lvl4pPr>
            <a:lvl5pPr>
              <a:defRPr sz="1725" b="1">
                <a:solidFill>
                  <a:srgbClr val="0A2C46"/>
                </a:solidFill>
                <a:latin typeface="Arial"/>
                <a:ea typeface="Arial"/>
                <a:cs typeface="Arial"/>
              </a:defRPr>
            </a:lvl5pPr>
            <a:lvl6pPr>
              <a:defRPr sz="1725" b="1">
                <a:solidFill>
                  <a:srgbClr val="0A2C46"/>
                </a:solidFill>
                <a:latin typeface="Arial"/>
                <a:ea typeface="Arial"/>
                <a:cs typeface="Arial"/>
              </a:defRPr>
            </a:lvl6pPr>
            <a:lvl7pPr>
              <a:defRPr sz="1725" b="1">
                <a:solidFill>
                  <a:srgbClr val="0A2C46"/>
                </a:solidFill>
                <a:latin typeface="Arial"/>
                <a:ea typeface="Arial"/>
                <a:cs typeface="Arial"/>
              </a:defRPr>
            </a:lvl7pPr>
            <a:lvl8pPr>
              <a:defRPr sz="1725" b="1">
                <a:solidFill>
                  <a:srgbClr val="0A2C46"/>
                </a:solidFill>
                <a:latin typeface="Arial"/>
                <a:ea typeface="Arial"/>
                <a:cs typeface="Arial"/>
              </a:defRPr>
            </a:lvl8pPr>
            <a:lvl9pPr>
              <a:defRPr sz="1725" b="1">
                <a:solidFill>
                  <a:srgbClr val="0A2C46"/>
                </a:solidFill>
                <a:latin typeface="Arial"/>
                <a:ea typeface="Arial"/>
                <a:cs typeface="Arial"/>
              </a:defRPr>
            </a:lvl9pPr>
          </a:lstStyle>
          <a:p xmlns:a="http://schemas.openxmlformats.org/drawingml/2006/main">
            <a:pPr>
              <a:defRPr sz="1725" b="1">
                <a:solidFill>
                  <a:srgbClr val="0A2C46"/>
                </a:solidFill>
                <a:latin typeface="Arial"/>
                <a:ea typeface="Arial"/>
                <a:cs typeface="Arial"/>
              </a:defRPr>
            </a:pPr>
            <a:r>
              <a:rPr sz="1725" b="1">
                <a:solidFill>
                  <a:srgbClr val="0A2C46"/>
                </a:solidFill>
                <a:latin typeface="Arial"/>
                <a:ea typeface="Arial"/>
                <a:cs typeface="Arial"/>
              </a:rPr>
              <a:t>F · Transit physics</a:t>
            </a:r>
          </a:p>
        </p:txBody>
      </p:sp>
      <p:sp>
        <p:nvSpPr>
          <p:cNvPr id="75" name="">
            <a:extLst xmlns:a="http://schemas.openxmlformats.org/drawingml/2006/main">
              <a:ext uri="{FF2B5EF4-FFF2-40B4-BE49-F238E27FC236}">
                <a16:creationId xmlns:a16="http://schemas.microsoft.com/office/drawing/2014/main" id="{66294565-9299-4494-AFF0-DD38A7BA517C}"/>
              </a:ext>
            </a:extLst>
          </p:cNvPr>
          <p:cNvSpPr>
            <a:spLocks xmlns:a="http://schemas.openxmlformats.org/drawingml/2006/main" noGrp="1"/>
          </p:cNvSpPr>
          <p:nvPr/>
        </p:nvSpPr>
        <p:spPr>
          <a:xfrm xmlns:a="http://schemas.openxmlformats.org/drawingml/2006/main">
            <a:off x="8829675" y="26450925"/>
            <a:ext cx="72390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350" b="0">
                <a:solidFill>
                  <a:srgbClr val="122B3D"/>
                </a:solidFill>
                <a:latin typeface="Arial"/>
                <a:ea typeface="Arial"/>
                <a:cs typeface="Arial"/>
              </a:defRPr>
            </a:defPPr>
            <a:lvl1pPr>
              <a:defRPr sz="1350" b="0">
                <a:solidFill>
                  <a:srgbClr val="122B3D"/>
                </a:solidFill>
                <a:latin typeface="Arial"/>
                <a:ea typeface="Arial"/>
                <a:cs typeface="Arial"/>
              </a:defRPr>
            </a:lvl1pPr>
            <a:lvl2pPr>
              <a:defRPr sz="1350" b="0">
                <a:solidFill>
                  <a:srgbClr val="122B3D"/>
                </a:solidFill>
                <a:latin typeface="Arial"/>
                <a:ea typeface="Arial"/>
                <a:cs typeface="Arial"/>
              </a:defRPr>
            </a:lvl2pPr>
            <a:lvl3pPr>
              <a:defRPr sz="1350" b="0">
                <a:solidFill>
                  <a:srgbClr val="122B3D"/>
                </a:solidFill>
                <a:latin typeface="Arial"/>
                <a:ea typeface="Arial"/>
                <a:cs typeface="Arial"/>
              </a:defRPr>
            </a:lvl3pPr>
            <a:lvl4pPr>
              <a:defRPr sz="1350" b="0">
                <a:solidFill>
                  <a:srgbClr val="122B3D"/>
                </a:solidFill>
                <a:latin typeface="Arial"/>
                <a:ea typeface="Arial"/>
                <a:cs typeface="Arial"/>
              </a:defRPr>
            </a:lvl4pPr>
            <a:lvl5pPr>
              <a:defRPr sz="1350" b="0">
                <a:solidFill>
                  <a:srgbClr val="122B3D"/>
                </a:solidFill>
                <a:latin typeface="Arial"/>
                <a:ea typeface="Arial"/>
                <a:cs typeface="Arial"/>
              </a:defRPr>
            </a:lvl5pPr>
            <a:lvl6pPr>
              <a:defRPr sz="1350" b="0">
                <a:solidFill>
                  <a:srgbClr val="122B3D"/>
                </a:solidFill>
                <a:latin typeface="Arial"/>
                <a:ea typeface="Arial"/>
                <a:cs typeface="Arial"/>
              </a:defRPr>
            </a:lvl6pPr>
            <a:lvl7pPr>
              <a:defRPr sz="1350" b="0">
                <a:solidFill>
                  <a:srgbClr val="122B3D"/>
                </a:solidFill>
                <a:latin typeface="Arial"/>
                <a:ea typeface="Arial"/>
                <a:cs typeface="Arial"/>
              </a:defRPr>
            </a:lvl7pPr>
            <a:lvl8pPr>
              <a:defRPr sz="1350" b="0">
                <a:solidFill>
                  <a:srgbClr val="122B3D"/>
                </a:solidFill>
                <a:latin typeface="Arial"/>
                <a:ea typeface="Arial"/>
                <a:cs typeface="Arial"/>
              </a:defRPr>
            </a:lvl8pPr>
            <a:lvl9pPr>
              <a:defRPr sz="1350" b="0">
                <a:solidFill>
                  <a:srgbClr val="122B3D"/>
                </a:solidFill>
                <a:latin typeface="Arial"/>
                <a:ea typeface="Arial"/>
                <a:cs typeface="Arial"/>
              </a:defRPr>
            </a:lvl9pPr>
          </a:lstStyle>
          <a:p xmlns:a="http://schemas.openxmlformats.org/drawingml/2006/main">
            <a:pPr>
              <a:defRPr sz="1350" b="0">
                <a:solidFill>
                  <a:srgbClr val="122B3D"/>
                </a:solidFill>
                <a:latin typeface="Arial"/>
                <a:ea typeface="Arial"/>
                <a:cs typeface="Arial"/>
              </a:defRPr>
            </a:pPr>
            <a:r>
              <a:rPr sz="1350" b="0">
                <a:solidFill>
                  <a:srgbClr val="122B3D"/>
                </a:solidFill>
                <a:latin typeface="Arial"/>
                <a:ea typeface="Arial"/>
                <a:cs typeface="Arial"/>
              </a:rPr>
              <a:t>Inputs include period, epoch, impact parameter, duration, depth, radius, temperature, insolation, SNR, stellar properties, magnitude and sky position. Transit depth δ ≈ (Rₚ/R★)².</a:t>
            </a:r>
          </a:p>
        </p:txBody>
      </p:sp>
      <p:sp>
        <p:nvSpPr>
          <p:cNvPr id="76" name="">
            <a:extLst xmlns:a="http://schemas.openxmlformats.org/drawingml/2006/main">
              <a:ext uri="{FF2B5EF4-FFF2-40B4-BE49-F238E27FC236}">
                <a16:creationId xmlns:a16="http://schemas.microsoft.com/office/drawing/2014/main" id="{BAB8F086-73D6-41A5-B133-CAEFF9D9338B}"/>
              </a:ext>
            </a:extLst>
          </p:cNvPr>
          <p:cNvSpPr>
            <a:spLocks xmlns:a="http://schemas.openxmlformats.org/drawingml/2006/main" noGrp="1"/>
          </p:cNvSpPr>
          <p:nvPr/>
        </p:nvSpPr>
        <p:spPr>
          <a:xfrm xmlns:a="http://schemas.openxmlformats.org/drawingml/2006/main">
            <a:off x="904875" y="28479750"/>
            <a:ext cx="15240000" cy="1428750"/>
          </a:xfrm>
          <a:prstGeom xmlns:a="http://schemas.openxmlformats.org/drawingml/2006/main" prst="rect">
            <a:avLst/>
          </a:prstGeom>
          <a:solidFill xmlns:a="http://schemas.openxmlformats.org/drawingml/2006/main">
            <a:srgbClr val="0A2C46"/>
          </a:solidFill>
          <a:ln xmlns:a="http://schemas.openxmlformats.org/drawingml/2006/main" w="0">
            <a:solidFill>
              <a:srgbClr val="0A2C46"/>
            </a:solidFill>
            <a:prstDash val="solid"/>
          </a:ln>
        </p:spPr>
      </p:sp>
      <p:sp>
        <p:nvSpPr>
          <p:cNvPr id="77" name="">
            <a:extLst xmlns:a="http://schemas.openxmlformats.org/drawingml/2006/main">
              <a:ext uri="{FF2B5EF4-FFF2-40B4-BE49-F238E27FC236}">
                <a16:creationId xmlns:a16="http://schemas.microsoft.com/office/drawing/2014/main" id="{EEE23BA5-1CE8-4431-BD97-87A9067118DF}"/>
              </a:ext>
            </a:extLst>
          </p:cNvPr>
          <p:cNvSpPr>
            <a:spLocks xmlns:a="http://schemas.openxmlformats.org/drawingml/2006/main" noGrp="1"/>
          </p:cNvSpPr>
          <p:nvPr/>
        </p:nvSpPr>
        <p:spPr>
          <a:xfrm xmlns:a="http://schemas.openxmlformats.org/drawingml/2006/main">
            <a:off x="1076325" y="28594050"/>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650" b="1">
                <a:solidFill>
                  <a:srgbClr val="16BFD0"/>
                </a:solidFill>
                <a:latin typeface="Arial"/>
                <a:ea typeface="Arial"/>
                <a:cs typeface="Arial"/>
              </a:defRPr>
            </a:defPPr>
            <a:lvl1pPr>
              <a:defRPr sz="1650" b="1">
                <a:solidFill>
                  <a:srgbClr val="16BFD0"/>
                </a:solidFill>
                <a:latin typeface="Arial"/>
                <a:ea typeface="Arial"/>
                <a:cs typeface="Arial"/>
              </a:defRPr>
            </a:lvl1pPr>
            <a:lvl2pPr>
              <a:defRPr sz="1650" b="1">
                <a:solidFill>
                  <a:srgbClr val="16BFD0"/>
                </a:solidFill>
                <a:latin typeface="Arial"/>
                <a:ea typeface="Arial"/>
                <a:cs typeface="Arial"/>
              </a:defRPr>
            </a:lvl2pPr>
            <a:lvl3pPr>
              <a:defRPr sz="1650" b="1">
                <a:solidFill>
                  <a:srgbClr val="16BFD0"/>
                </a:solidFill>
                <a:latin typeface="Arial"/>
                <a:ea typeface="Arial"/>
                <a:cs typeface="Arial"/>
              </a:defRPr>
            </a:lvl3pPr>
            <a:lvl4pPr>
              <a:defRPr sz="1650" b="1">
                <a:solidFill>
                  <a:srgbClr val="16BFD0"/>
                </a:solidFill>
                <a:latin typeface="Arial"/>
                <a:ea typeface="Arial"/>
                <a:cs typeface="Arial"/>
              </a:defRPr>
            </a:lvl4pPr>
            <a:lvl5pPr>
              <a:defRPr sz="1650" b="1">
                <a:solidFill>
                  <a:srgbClr val="16BFD0"/>
                </a:solidFill>
                <a:latin typeface="Arial"/>
                <a:ea typeface="Arial"/>
                <a:cs typeface="Arial"/>
              </a:defRPr>
            </a:lvl5pPr>
            <a:lvl6pPr>
              <a:defRPr sz="1650" b="1">
                <a:solidFill>
                  <a:srgbClr val="16BFD0"/>
                </a:solidFill>
                <a:latin typeface="Arial"/>
                <a:ea typeface="Arial"/>
                <a:cs typeface="Arial"/>
              </a:defRPr>
            </a:lvl6pPr>
            <a:lvl7pPr>
              <a:defRPr sz="1650" b="1">
                <a:solidFill>
                  <a:srgbClr val="16BFD0"/>
                </a:solidFill>
                <a:latin typeface="Arial"/>
                <a:ea typeface="Arial"/>
                <a:cs typeface="Arial"/>
              </a:defRPr>
            </a:lvl7pPr>
            <a:lvl8pPr>
              <a:defRPr sz="1650" b="1">
                <a:solidFill>
                  <a:srgbClr val="16BFD0"/>
                </a:solidFill>
                <a:latin typeface="Arial"/>
                <a:ea typeface="Arial"/>
                <a:cs typeface="Arial"/>
              </a:defRPr>
            </a:lvl8pPr>
            <a:lvl9pPr>
              <a:defRPr sz="1650" b="1">
                <a:solidFill>
                  <a:srgbClr val="16BFD0"/>
                </a:solidFill>
                <a:latin typeface="Arial"/>
                <a:ea typeface="Arial"/>
                <a:cs typeface="Arial"/>
              </a:defRPr>
            </a:lvl9pPr>
          </a:lstStyle>
          <a:p xmlns:a="http://schemas.openxmlformats.org/drawingml/2006/main">
            <a:pPr>
              <a:defRPr sz="1650" b="1">
                <a:solidFill>
                  <a:srgbClr val="16BFD0"/>
                </a:solidFill>
                <a:latin typeface="Arial"/>
                <a:ea typeface="Arial"/>
                <a:cs typeface="Arial"/>
              </a:defRPr>
            </a:pPr>
            <a:r>
              <a:rPr sz="1650" b="1">
                <a:solidFill>
                  <a:srgbClr val="16BFD0"/>
                </a:solidFill>
                <a:latin typeface="Arial"/>
                <a:ea typeface="Arial"/>
                <a:cs typeface="Arial"/>
              </a:rPr>
              <a:t>37-feature vector</a:t>
            </a:r>
          </a:p>
        </p:txBody>
      </p:sp>
      <p:sp>
        <p:nvSpPr>
          <p:cNvPr id="78" name="">
            <a:extLst xmlns:a="http://schemas.openxmlformats.org/drawingml/2006/main">
              <a:ext uri="{FF2B5EF4-FFF2-40B4-BE49-F238E27FC236}">
                <a16:creationId xmlns:a16="http://schemas.microsoft.com/office/drawing/2014/main" id="{EF3FF550-AB04-43B2-B771-EF4F0C85CFE9}"/>
              </a:ext>
            </a:extLst>
          </p:cNvPr>
          <p:cNvSpPr>
            <a:spLocks xmlns:a="http://schemas.openxmlformats.org/drawingml/2006/main" noGrp="1"/>
          </p:cNvSpPr>
          <p:nvPr/>
        </p:nvSpPr>
        <p:spPr>
          <a:xfrm xmlns:a="http://schemas.openxmlformats.org/drawingml/2006/main">
            <a:off x="1076325" y="29013150"/>
            <a:ext cx="148971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350" b="0">
                <a:solidFill>
                  <a:srgbClr val="FFFFFF"/>
                </a:solidFill>
                <a:latin typeface="Arial"/>
                <a:ea typeface="Arial"/>
                <a:cs typeface="Arial"/>
              </a:defRPr>
            </a:defPPr>
            <a:lvl1pPr>
              <a:defRPr sz="1350" b="0">
                <a:solidFill>
                  <a:srgbClr val="FFFFFF"/>
                </a:solidFill>
                <a:latin typeface="Arial"/>
                <a:ea typeface="Arial"/>
                <a:cs typeface="Arial"/>
              </a:defRPr>
            </a:lvl1pPr>
            <a:lvl2pPr>
              <a:defRPr sz="1350" b="0">
                <a:solidFill>
                  <a:srgbClr val="FFFFFF"/>
                </a:solidFill>
                <a:latin typeface="Arial"/>
                <a:ea typeface="Arial"/>
                <a:cs typeface="Arial"/>
              </a:defRPr>
            </a:lvl2pPr>
            <a:lvl3pPr>
              <a:defRPr sz="1350" b="0">
                <a:solidFill>
                  <a:srgbClr val="FFFFFF"/>
                </a:solidFill>
                <a:latin typeface="Arial"/>
                <a:ea typeface="Arial"/>
                <a:cs typeface="Arial"/>
              </a:defRPr>
            </a:lvl3pPr>
            <a:lvl4pPr>
              <a:defRPr sz="1350" b="0">
                <a:solidFill>
                  <a:srgbClr val="FFFFFF"/>
                </a:solidFill>
                <a:latin typeface="Arial"/>
                <a:ea typeface="Arial"/>
                <a:cs typeface="Arial"/>
              </a:defRPr>
            </a:lvl4pPr>
            <a:lvl5pPr>
              <a:defRPr sz="1350" b="0">
                <a:solidFill>
                  <a:srgbClr val="FFFFFF"/>
                </a:solidFill>
                <a:latin typeface="Arial"/>
                <a:ea typeface="Arial"/>
                <a:cs typeface="Arial"/>
              </a:defRPr>
            </a:lvl5pPr>
            <a:lvl6pPr>
              <a:defRPr sz="1350" b="0">
                <a:solidFill>
                  <a:srgbClr val="FFFFFF"/>
                </a:solidFill>
                <a:latin typeface="Arial"/>
                <a:ea typeface="Arial"/>
                <a:cs typeface="Arial"/>
              </a:defRPr>
            </a:lvl6pPr>
            <a:lvl7pPr>
              <a:defRPr sz="1350" b="0">
                <a:solidFill>
                  <a:srgbClr val="FFFFFF"/>
                </a:solidFill>
                <a:latin typeface="Arial"/>
                <a:ea typeface="Arial"/>
                <a:cs typeface="Arial"/>
              </a:defRPr>
            </a:lvl7pPr>
            <a:lvl8pPr>
              <a:defRPr sz="1350" b="0">
                <a:solidFill>
                  <a:srgbClr val="FFFFFF"/>
                </a:solidFill>
                <a:latin typeface="Arial"/>
                <a:ea typeface="Arial"/>
                <a:cs typeface="Arial"/>
              </a:defRPr>
            </a:lvl8pPr>
            <a:lvl9pPr>
              <a:defRPr sz="1350" b="0">
                <a:solidFill>
                  <a:srgbClr val="FFFFFF"/>
                </a:solidFill>
                <a:latin typeface="Arial"/>
                <a:ea typeface="Arial"/>
                <a:cs typeface="Arial"/>
              </a:defRPr>
            </a:lvl9pPr>
          </a:lstStyle>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Distribution statistics · dip/peak counts at 1σ-3σ · three depth proxies · variance/RMSE · skewness/kurtosis · dominant frequency and band powers · rolling statistics · trend/R² · autocorrelation at lags 1/5/10 · periodicity strength</a:t>
            </a:r>
          </a:p>
        </p:txBody>
      </p:sp>
      <p:sp>
        <p:nvSpPr>
          <p:cNvPr id="79" name="">
            <a:extLst xmlns:a="http://schemas.openxmlformats.org/drawingml/2006/main">
              <a:ext uri="{FF2B5EF4-FFF2-40B4-BE49-F238E27FC236}">
                <a16:creationId xmlns:a16="http://schemas.microsoft.com/office/drawing/2014/main" id="{5F6B8070-468D-42AB-AE60-91A6D18C5E68}"/>
              </a:ext>
            </a:extLst>
          </p:cNvPr>
          <p:cNvSpPr>
            <a:spLocks xmlns:a="http://schemas.openxmlformats.org/drawingml/2006/main" noGrp="1"/>
          </p:cNvSpPr>
          <p:nvPr/>
        </p:nvSpPr>
        <p:spPr>
          <a:xfrm xmlns:a="http://schemas.openxmlformats.org/drawingml/2006/main">
            <a:off x="904875" y="30194250"/>
            <a:ext cx="2667000" cy="590550"/>
          </a:xfrm>
          <a:prstGeom xmlns:a="http://schemas.openxmlformats.org/drawingml/2006/main" prst="rect">
            <a:avLst/>
          </a:prstGeom>
          <a:solidFill xmlns:a="http://schemas.openxmlformats.org/drawingml/2006/main">
            <a:srgbClr val="0A2C46"/>
          </a:solidFill>
          <a:ln xmlns:a="http://schemas.openxmlformats.org/drawingml/2006/main" w="0">
            <a:solidFill>
              <a:srgbClr val="0A2C46"/>
            </a:solidFill>
            <a:prstDash val="solid"/>
          </a:ln>
        </p:spPr>
      </p:sp>
      <p:sp>
        <p:nvSpPr>
          <p:cNvPr id="80" name="">
            <a:extLst xmlns:a="http://schemas.openxmlformats.org/drawingml/2006/main">
              <a:ext uri="{FF2B5EF4-FFF2-40B4-BE49-F238E27FC236}">
                <a16:creationId xmlns:a16="http://schemas.microsoft.com/office/drawing/2014/main" id="{836A700C-BBDA-4D7D-A1C7-EADDBFBFFC16}"/>
              </a:ext>
            </a:extLst>
          </p:cNvPr>
          <p:cNvSpPr>
            <a:spLocks xmlns:a="http://schemas.openxmlformats.org/drawingml/2006/main" noGrp="1"/>
          </p:cNvSpPr>
          <p:nvPr/>
        </p:nvSpPr>
        <p:spPr>
          <a:xfrm xmlns:a="http://schemas.openxmlformats.org/drawingml/2006/main">
            <a:off x="1000125" y="30251400"/>
            <a:ext cx="247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425" b="1">
                <a:solidFill>
                  <a:srgbClr val="FFFFFF"/>
                </a:solidFill>
                <a:latin typeface="Arial"/>
                <a:ea typeface="Arial"/>
                <a:cs typeface="Arial"/>
              </a:defRPr>
            </a:defPPr>
            <a:lvl1pPr>
              <a:defRPr sz="1425" b="1">
                <a:solidFill>
                  <a:srgbClr val="FFFFFF"/>
                </a:solidFill>
                <a:latin typeface="Arial"/>
                <a:ea typeface="Arial"/>
                <a:cs typeface="Arial"/>
              </a:defRPr>
            </a:lvl1pPr>
            <a:lvl2pPr>
              <a:defRPr sz="1425" b="1">
                <a:solidFill>
                  <a:srgbClr val="FFFFFF"/>
                </a:solidFill>
                <a:latin typeface="Arial"/>
                <a:ea typeface="Arial"/>
                <a:cs typeface="Arial"/>
              </a:defRPr>
            </a:lvl2pPr>
            <a:lvl3pPr>
              <a:defRPr sz="1425" b="1">
                <a:solidFill>
                  <a:srgbClr val="FFFFFF"/>
                </a:solidFill>
                <a:latin typeface="Arial"/>
                <a:ea typeface="Arial"/>
                <a:cs typeface="Arial"/>
              </a:defRPr>
            </a:lvl3pPr>
            <a:lvl4pPr>
              <a:defRPr sz="1425" b="1">
                <a:solidFill>
                  <a:srgbClr val="FFFFFF"/>
                </a:solidFill>
                <a:latin typeface="Arial"/>
                <a:ea typeface="Arial"/>
                <a:cs typeface="Arial"/>
              </a:defRPr>
            </a:lvl4pPr>
            <a:lvl5pPr>
              <a:defRPr sz="1425" b="1">
                <a:solidFill>
                  <a:srgbClr val="FFFFFF"/>
                </a:solidFill>
                <a:latin typeface="Arial"/>
                <a:ea typeface="Arial"/>
                <a:cs typeface="Arial"/>
              </a:defRPr>
            </a:lvl5pPr>
            <a:lvl6pPr>
              <a:defRPr sz="1425" b="1">
                <a:solidFill>
                  <a:srgbClr val="FFFFFF"/>
                </a:solidFill>
                <a:latin typeface="Arial"/>
                <a:ea typeface="Arial"/>
                <a:cs typeface="Arial"/>
              </a:defRPr>
            </a:lvl6pPr>
            <a:lvl7pPr>
              <a:defRPr sz="1425" b="1">
                <a:solidFill>
                  <a:srgbClr val="FFFFFF"/>
                </a:solidFill>
                <a:latin typeface="Arial"/>
                <a:ea typeface="Arial"/>
                <a:cs typeface="Arial"/>
              </a:defRPr>
            </a:lvl7pPr>
            <a:lvl8pPr>
              <a:defRPr sz="1425" b="1">
                <a:solidFill>
                  <a:srgbClr val="FFFFFF"/>
                </a:solidFill>
                <a:latin typeface="Arial"/>
                <a:ea typeface="Arial"/>
                <a:cs typeface="Arial"/>
              </a:defRPr>
            </a:lvl8pPr>
            <a:lvl9pPr>
              <a:defRPr sz="1425" b="1">
                <a:solidFill>
                  <a:srgbClr val="FFFFFF"/>
                </a:solidFill>
                <a:latin typeface="Arial"/>
                <a:ea typeface="Arial"/>
                <a:cs typeface="Arial"/>
              </a:defRPr>
            </a:lvl9pPr>
          </a:lstStyle>
          <a:p xmlns:a="http://schemas.openxmlformats.org/drawingml/2006/main">
            <a:pPr>
              <a:defRPr sz="1425" b="1">
                <a:solidFill>
                  <a:srgbClr val="FFFFFF"/>
                </a:solidFill>
                <a:latin typeface="Arial"/>
                <a:ea typeface="Arial"/>
                <a:cs typeface="Arial"/>
              </a:defRPr>
            </a:pPr>
            <a:r>
              <a:rPr sz="1425" b="1">
                <a:solidFill>
                  <a:srgbClr val="FFFFFF"/>
                </a:solidFill>
                <a:latin typeface="Arial"/>
                <a:ea typeface="Arial"/>
                <a:cs typeface="Arial"/>
              </a:rPr>
              <a:t>Model</a:t>
            </a:r>
          </a:p>
        </p:txBody>
      </p:sp>
      <p:sp>
        <p:nvSpPr>
          <p:cNvPr id="81" name="">
            <a:extLst xmlns:a="http://schemas.openxmlformats.org/drawingml/2006/main">
              <a:ext uri="{FF2B5EF4-FFF2-40B4-BE49-F238E27FC236}">
                <a16:creationId xmlns:a16="http://schemas.microsoft.com/office/drawing/2014/main" id="{ED09C0C1-4A2E-4D23-B9C3-818682084C8C}"/>
              </a:ext>
            </a:extLst>
          </p:cNvPr>
          <p:cNvSpPr>
            <a:spLocks xmlns:a="http://schemas.openxmlformats.org/drawingml/2006/main" noGrp="1"/>
          </p:cNvSpPr>
          <p:nvPr/>
        </p:nvSpPr>
        <p:spPr>
          <a:xfrm xmlns:a="http://schemas.openxmlformats.org/drawingml/2006/main">
            <a:off x="3571875" y="30194250"/>
            <a:ext cx="3714750" cy="590550"/>
          </a:xfrm>
          <a:prstGeom xmlns:a="http://schemas.openxmlformats.org/drawingml/2006/main" prst="rect">
            <a:avLst/>
          </a:prstGeom>
          <a:solidFill xmlns:a="http://schemas.openxmlformats.org/drawingml/2006/main">
            <a:srgbClr val="0A2C46"/>
          </a:solidFill>
          <a:ln xmlns:a="http://schemas.openxmlformats.org/drawingml/2006/main" w="0">
            <a:solidFill>
              <a:srgbClr val="0A2C46"/>
            </a:solidFill>
            <a:prstDash val="solid"/>
          </a:ln>
        </p:spPr>
      </p:sp>
      <p:sp>
        <p:nvSpPr>
          <p:cNvPr id="82" name="">
            <a:extLst xmlns:a="http://schemas.openxmlformats.org/drawingml/2006/main">
              <a:ext uri="{FF2B5EF4-FFF2-40B4-BE49-F238E27FC236}">
                <a16:creationId xmlns:a16="http://schemas.microsoft.com/office/drawing/2014/main" id="{335F898D-639E-4881-99D2-BCDD6DAF0351}"/>
              </a:ext>
            </a:extLst>
          </p:cNvPr>
          <p:cNvSpPr>
            <a:spLocks xmlns:a="http://schemas.openxmlformats.org/drawingml/2006/main" noGrp="1"/>
          </p:cNvSpPr>
          <p:nvPr/>
        </p:nvSpPr>
        <p:spPr>
          <a:xfrm xmlns:a="http://schemas.openxmlformats.org/drawingml/2006/main">
            <a:off x="3667125" y="30251400"/>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425" b="1">
                <a:solidFill>
                  <a:srgbClr val="FFFFFF"/>
                </a:solidFill>
                <a:latin typeface="Arial"/>
                <a:ea typeface="Arial"/>
                <a:cs typeface="Arial"/>
              </a:defRPr>
            </a:defPPr>
            <a:lvl1pPr>
              <a:defRPr sz="1425" b="1">
                <a:solidFill>
                  <a:srgbClr val="FFFFFF"/>
                </a:solidFill>
                <a:latin typeface="Arial"/>
                <a:ea typeface="Arial"/>
                <a:cs typeface="Arial"/>
              </a:defRPr>
            </a:lvl1pPr>
            <a:lvl2pPr>
              <a:defRPr sz="1425" b="1">
                <a:solidFill>
                  <a:srgbClr val="FFFFFF"/>
                </a:solidFill>
                <a:latin typeface="Arial"/>
                <a:ea typeface="Arial"/>
                <a:cs typeface="Arial"/>
              </a:defRPr>
            </a:lvl2pPr>
            <a:lvl3pPr>
              <a:defRPr sz="1425" b="1">
                <a:solidFill>
                  <a:srgbClr val="FFFFFF"/>
                </a:solidFill>
                <a:latin typeface="Arial"/>
                <a:ea typeface="Arial"/>
                <a:cs typeface="Arial"/>
              </a:defRPr>
            </a:lvl3pPr>
            <a:lvl4pPr>
              <a:defRPr sz="1425" b="1">
                <a:solidFill>
                  <a:srgbClr val="FFFFFF"/>
                </a:solidFill>
                <a:latin typeface="Arial"/>
                <a:ea typeface="Arial"/>
                <a:cs typeface="Arial"/>
              </a:defRPr>
            </a:lvl4pPr>
            <a:lvl5pPr>
              <a:defRPr sz="1425" b="1">
                <a:solidFill>
                  <a:srgbClr val="FFFFFF"/>
                </a:solidFill>
                <a:latin typeface="Arial"/>
                <a:ea typeface="Arial"/>
                <a:cs typeface="Arial"/>
              </a:defRPr>
            </a:lvl5pPr>
            <a:lvl6pPr>
              <a:defRPr sz="1425" b="1">
                <a:solidFill>
                  <a:srgbClr val="FFFFFF"/>
                </a:solidFill>
                <a:latin typeface="Arial"/>
                <a:ea typeface="Arial"/>
                <a:cs typeface="Arial"/>
              </a:defRPr>
            </a:lvl6pPr>
            <a:lvl7pPr>
              <a:defRPr sz="1425" b="1">
                <a:solidFill>
                  <a:srgbClr val="FFFFFF"/>
                </a:solidFill>
                <a:latin typeface="Arial"/>
                <a:ea typeface="Arial"/>
                <a:cs typeface="Arial"/>
              </a:defRPr>
            </a:lvl7pPr>
            <a:lvl8pPr>
              <a:defRPr sz="1425" b="1">
                <a:solidFill>
                  <a:srgbClr val="FFFFFF"/>
                </a:solidFill>
                <a:latin typeface="Arial"/>
                <a:ea typeface="Arial"/>
                <a:cs typeface="Arial"/>
              </a:defRPr>
            </a:lvl8pPr>
            <a:lvl9pPr>
              <a:defRPr sz="1425" b="1">
                <a:solidFill>
                  <a:srgbClr val="FFFFFF"/>
                </a:solidFill>
                <a:latin typeface="Arial"/>
                <a:ea typeface="Arial"/>
                <a:cs typeface="Arial"/>
              </a:defRPr>
            </a:lvl9pPr>
          </a:lstStyle>
          <a:p xmlns:a="http://schemas.openxmlformats.org/drawingml/2006/main">
            <a:pPr>
              <a:defRPr sz="1425" b="1">
                <a:solidFill>
                  <a:srgbClr val="FFFFFF"/>
                </a:solidFill>
                <a:latin typeface="Arial"/>
                <a:ea typeface="Arial"/>
                <a:cs typeface="Arial"/>
              </a:defRPr>
            </a:pPr>
            <a:r>
              <a:rPr sz="1425" b="1">
                <a:solidFill>
                  <a:srgbClr val="FFFFFF"/>
                </a:solidFill>
                <a:latin typeface="Arial"/>
                <a:ea typeface="Arial"/>
                <a:cs typeface="Arial"/>
              </a:rPr>
              <a:t>Representation</a:t>
            </a:r>
          </a:p>
        </p:txBody>
      </p:sp>
      <p:sp>
        <p:nvSpPr>
          <p:cNvPr id="83" name="">
            <a:extLst xmlns:a="http://schemas.openxmlformats.org/drawingml/2006/main">
              <a:ext uri="{FF2B5EF4-FFF2-40B4-BE49-F238E27FC236}">
                <a16:creationId xmlns:a16="http://schemas.microsoft.com/office/drawing/2014/main" id="{B6148987-8522-400B-A09B-97E98F80BF53}"/>
              </a:ext>
            </a:extLst>
          </p:cNvPr>
          <p:cNvSpPr>
            <a:spLocks xmlns:a="http://schemas.openxmlformats.org/drawingml/2006/main" noGrp="1"/>
          </p:cNvSpPr>
          <p:nvPr/>
        </p:nvSpPr>
        <p:spPr>
          <a:xfrm xmlns:a="http://schemas.openxmlformats.org/drawingml/2006/main">
            <a:off x="7286625" y="30194250"/>
            <a:ext cx="4381500" cy="590550"/>
          </a:xfrm>
          <a:prstGeom xmlns:a="http://schemas.openxmlformats.org/drawingml/2006/main" prst="rect">
            <a:avLst/>
          </a:prstGeom>
          <a:solidFill xmlns:a="http://schemas.openxmlformats.org/drawingml/2006/main">
            <a:srgbClr val="0A2C46"/>
          </a:solidFill>
          <a:ln xmlns:a="http://schemas.openxmlformats.org/drawingml/2006/main" w="0">
            <a:solidFill>
              <a:srgbClr val="0A2C46"/>
            </a:solidFill>
            <a:prstDash val="solid"/>
          </a:ln>
        </p:spPr>
      </p:sp>
      <p:sp>
        <p:nvSpPr>
          <p:cNvPr id="84" name="">
            <a:extLst xmlns:a="http://schemas.openxmlformats.org/drawingml/2006/main">
              <a:ext uri="{FF2B5EF4-FFF2-40B4-BE49-F238E27FC236}">
                <a16:creationId xmlns:a16="http://schemas.microsoft.com/office/drawing/2014/main" id="{E7F231CB-34E3-4D5B-81A0-2BAE4E2C1C9E}"/>
              </a:ext>
            </a:extLst>
          </p:cNvPr>
          <p:cNvSpPr>
            <a:spLocks xmlns:a="http://schemas.openxmlformats.org/drawingml/2006/main" noGrp="1"/>
          </p:cNvSpPr>
          <p:nvPr/>
        </p:nvSpPr>
        <p:spPr>
          <a:xfrm xmlns:a="http://schemas.openxmlformats.org/drawingml/2006/main">
            <a:off x="7381875" y="30251400"/>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425" b="1">
                <a:solidFill>
                  <a:srgbClr val="FFFFFF"/>
                </a:solidFill>
                <a:latin typeface="Arial"/>
                <a:ea typeface="Arial"/>
                <a:cs typeface="Arial"/>
              </a:defRPr>
            </a:defPPr>
            <a:lvl1pPr>
              <a:defRPr sz="1425" b="1">
                <a:solidFill>
                  <a:srgbClr val="FFFFFF"/>
                </a:solidFill>
                <a:latin typeface="Arial"/>
                <a:ea typeface="Arial"/>
                <a:cs typeface="Arial"/>
              </a:defRPr>
            </a:lvl1pPr>
            <a:lvl2pPr>
              <a:defRPr sz="1425" b="1">
                <a:solidFill>
                  <a:srgbClr val="FFFFFF"/>
                </a:solidFill>
                <a:latin typeface="Arial"/>
                <a:ea typeface="Arial"/>
                <a:cs typeface="Arial"/>
              </a:defRPr>
            </a:lvl2pPr>
            <a:lvl3pPr>
              <a:defRPr sz="1425" b="1">
                <a:solidFill>
                  <a:srgbClr val="FFFFFF"/>
                </a:solidFill>
                <a:latin typeface="Arial"/>
                <a:ea typeface="Arial"/>
                <a:cs typeface="Arial"/>
              </a:defRPr>
            </a:lvl3pPr>
            <a:lvl4pPr>
              <a:defRPr sz="1425" b="1">
                <a:solidFill>
                  <a:srgbClr val="FFFFFF"/>
                </a:solidFill>
                <a:latin typeface="Arial"/>
                <a:ea typeface="Arial"/>
                <a:cs typeface="Arial"/>
              </a:defRPr>
            </a:lvl4pPr>
            <a:lvl5pPr>
              <a:defRPr sz="1425" b="1">
                <a:solidFill>
                  <a:srgbClr val="FFFFFF"/>
                </a:solidFill>
                <a:latin typeface="Arial"/>
                <a:ea typeface="Arial"/>
                <a:cs typeface="Arial"/>
              </a:defRPr>
            </a:lvl5pPr>
            <a:lvl6pPr>
              <a:defRPr sz="1425" b="1">
                <a:solidFill>
                  <a:srgbClr val="FFFFFF"/>
                </a:solidFill>
                <a:latin typeface="Arial"/>
                <a:ea typeface="Arial"/>
                <a:cs typeface="Arial"/>
              </a:defRPr>
            </a:lvl6pPr>
            <a:lvl7pPr>
              <a:defRPr sz="1425" b="1">
                <a:solidFill>
                  <a:srgbClr val="FFFFFF"/>
                </a:solidFill>
                <a:latin typeface="Arial"/>
                <a:ea typeface="Arial"/>
                <a:cs typeface="Arial"/>
              </a:defRPr>
            </a:lvl7pPr>
            <a:lvl8pPr>
              <a:defRPr sz="1425" b="1">
                <a:solidFill>
                  <a:srgbClr val="FFFFFF"/>
                </a:solidFill>
                <a:latin typeface="Arial"/>
                <a:ea typeface="Arial"/>
                <a:cs typeface="Arial"/>
              </a:defRPr>
            </a:lvl8pPr>
            <a:lvl9pPr>
              <a:defRPr sz="1425" b="1">
                <a:solidFill>
                  <a:srgbClr val="FFFFFF"/>
                </a:solidFill>
                <a:latin typeface="Arial"/>
                <a:ea typeface="Arial"/>
                <a:cs typeface="Arial"/>
              </a:defRPr>
            </a:lvl9pPr>
          </a:lstStyle>
          <a:p xmlns:a="http://schemas.openxmlformats.org/drawingml/2006/main">
            <a:pPr>
              <a:defRPr sz="1425" b="1">
                <a:solidFill>
                  <a:srgbClr val="FFFFFF"/>
                </a:solidFill>
                <a:latin typeface="Arial"/>
                <a:ea typeface="Arial"/>
                <a:cs typeface="Arial"/>
              </a:defRPr>
            </a:pPr>
            <a:r>
              <a:rPr sz="1425" b="1">
                <a:solidFill>
                  <a:srgbClr val="FFFFFF"/>
                </a:solidFill>
                <a:latin typeface="Arial"/>
                <a:ea typeface="Arial"/>
                <a:cs typeface="Arial"/>
              </a:rPr>
              <a:t>Purpose</a:t>
            </a:r>
          </a:p>
        </p:txBody>
      </p:sp>
      <p:sp>
        <p:nvSpPr>
          <p:cNvPr id="85" name="">
            <a:extLst xmlns:a="http://schemas.openxmlformats.org/drawingml/2006/main">
              <a:ext uri="{FF2B5EF4-FFF2-40B4-BE49-F238E27FC236}">
                <a16:creationId xmlns:a16="http://schemas.microsoft.com/office/drawing/2014/main" id="{15DB0A05-4988-46C2-86C7-6DF6D711C9BA}"/>
              </a:ext>
            </a:extLst>
          </p:cNvPr>
          <p:cNvSpPr>
            <a:spLocks xmlns:a="http://schemas.openxmlformats.org/drawingml/2006/main" noGrp="1"/>
          </p:cNvSpPr>
          <p:nvPr/>
        </p:nvSpPr>
        <p:spPr>
          <a:xfrm xmlns:a="http://schemas.openxmlformats.org/drawingml/2006/main">
            <a:off x="11668125" y="30194250"/>
            <a:ext cx="4476750" cy="590550"/>
          </a:xfrm>
          <a:prstGeom xmlns:a="http://schemas.openxmlformats.org/drawingml/2006/main" prst="rect">
            <a:avLst/>
          </a:prstGeom>
          <a:solidFill xmlns:a="http://schemas.openxmlformats.org/drawingml/2006/main">
            <a:srgbClr val="0A2C46"/>
          </a:solidFill>
          <a:ln xmlns:a="http://schemas.openxmlformats.org/drawingml/2006/main" w="0">
            <a:solidFill>
              <a:srgbClr val="0A2C46"/>
            </a:solidFill>
            <a:prstDash val="solid"/>
          </a:ln>
        </p:spPr>
      </p:sp>
      <p:sp>
        <p:nvSpPr>
          <p:cNvPr id="86" name="">
            <a:extLst xmlns:a="http://schemas.openxmlformats.org/drawingml/2006/main">
              <a:ext uri="{FF2B5EF4-FFF2-40B4-BE49-F238E27FC236}">
                <a16:creationId xmlns:a16="http://schemas.microsoft.com/office/drawing/2014/main" id="{EF5F9A69-8830-418A-AAB5-708A351B9875}"/>
              </a:ext>
            </a:extLst>
          </p:cNvPr>
          <p:cNvSpPr>
            <a:spLocks xmlns:a="http://schemas.openxmlformats.org/drawingml/2006/main" noGrp="1"/>
          </p:cNvSpPr>
          <p:nvPr/>
        </p:nvSpPr>
        <p:spPr>
          <a:xfrm xmlns:a="http://schemas.openxmlformats.org/drawingml/2006/main">
            <a:off x="11763375" y="30251400"/>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425" b="1">
                <a:solidFill>
                  <a:srgbClr val="FFFFFF"/>
                </a:solidFill>
                <a:latin typeface="Arial"/>
                <a:ea typeface="Arial"/>
                <a:cs typeface="Arial"/>
              </a:defRPr>
            </a:defPPr>
            <a:lvl1pPr>
              <a:defRPr sz="1425" b="1">
                <a:solidFill>
                  <a:srgbClr val="FFFFFF"/>
                </a:solidFill>
                <a:latin typeface="Arial"/>
                <a:ea typeface="Arial"/>
                <a:cs typeface="Arial"/>
              </a:defRPr>
            </a:lvl1pPr>
            <a:lvl2pPr>
              <a:defRPr sz="1425" b="1">
                <a:solidFill>
                  <a:srgbClr val="FFFFFF"/>
                </a:solidFill>
                <a:latin typeface="Arial"/>
                <a:ea typeface="Arial"/>
                <a:cs typeface="Arial"/>
              </a:defRPr>
            </a:lvl2pPr>
            <a:lvl3pPr>
              <a:defRPr sz="1425" b="1">
                <a:solidFill>
                  <a:srgbClr val="FFFFFF"/>
                </a:solidFill>
                <a:latin typeface="Arial"/>
                <a:ea typeface="Arial"/>
                <a:cs typeface="Arial"/>
              </a:defRPr>
            </a:lvl3pPr>
            <a:lvl4pPr>
              <a:defRPr sz="1425" b="1">
                <a:solidFill>
                  <a:srgbClr val="FFFFFF"/>
                </a:solidFill>
                <a:latin typeface="Arial"/>
                <a:ea typeface="Arial"/>
                <a:cs typeface="Arial"/>
              </a:defRPr>
            </a:lvl4pPr>
            <a:lvl5pPr>
              <a:defRPr sz="1425" b="1">
                <a:solidFill>
                  <a:srgbClr val="FFFFFF"/>
                </a:solidFill>
                <a:latin typeface="Arial"/>
                <a:ea typeface="Arial"/>
                <a:cs typeface="Arial"/>
              </a:defRPr>
            </a:lvl5pPr>
            <a:lvl6pPr>
              <a:defRPr sz="1425" b="1">
                <a:solidFill>
                  <a:srgbClr val="FFFFFF"/>
                </a:solidFill>
                <a:latin typeface="Arial"/>
                <a:ea typeface="Arial"/>
                <a:cs typeface="Arial"/>
              </a:defRPr>
            </a:lvl6pPr>
            <a:lvl7pPr>
              <a:defRPr sz="1425" b="1">
                <a:solidFill>
                  <a:srgbClr val="FFFFFF"/>
                </a:solidFill>
                <a:latin typeface="Arial"/>
                <a:ea typeface="Arial"/>
                <a:cs typeface="Arial"/>
              </a:defRPr>
            </a:lvl7pPr>
            <a:lvl8pPr>
              <a:defRPr sz="1425" b="1">
                <a:solidFill>
                  <a:srgbClr val="FFFFFF"/>
                </a:solidFill>
                <a:latin typeface="Arial"/>
                <a:ea typeface="Arial"/>
                <a:cs typeface="Arial"/>
              </a:defRPr>
            </a:lvl8pPr>
            <a:lvl9pPr>
              <a:defRPr sz="1425" b="1">
                <a:solidFill>
                  <a:srgbClr val="FFFFFF"/>
                </a:solidFill>
                <a:latin typeface="Arial"/>
                <a:ea typeface="Arial"/>
                <a:cs typeface="Arial"/>
              </a:defRPr>
            </a:lvl9pPr>
          </a:lstStyle>
          <a:p xmlns:a="http://schemas.openxmlformats.org/drawingml/2006/main">
            <a:pPr>
              <a:defRPr sz="1425" b="1">
                <a:solidFill>
                  <a:srgbClr val="FFFFFF"/>
                </a:solidFill>
                <a:latin typeface="Arial"/>
                <a:ea typeface="Arial"/>
                <a:cs typeface="Arial"/>
              </a:defRPr>
            </a:pPr>
            <a:r>
              <a:rPr sz="1425" b="1">
                <a:solidFill>
                  <a:srgbClr val="FFFFFF"/>
                </a:solidFill>
                <a:latin typeface="Arial"/>
                <a:ea typeface="Arial"/>
                <a:cs typeface="Arial"/>
              </a:rPr>
              <a:t>Main risk</a:t>
            </a:r>
          </a:p>
        </p:txBody>
      </p:sp>
      <p:sp>
        <p:nvSpPr>
          <p:cNvPr id="87" name="">
            <a:extLst xmlns:a="http://schemas.openxmlformats.org/drawingml/2006/main">
              <a:ext uri="{FF2B5EF4-FFF2-40B4-BE49-F238E27FC236}">
                <a16:creationId xmlns:a16="http://schemas.microsoft.com/office/drawing/2014/main" id="{1CF6C051-4C42-4E70-A738-BD83A81F60D9}"/>
              </a:ext>
            </a:extLst>
          </p:cNvPr>
          <p:cNvSpPr>
            <a:spLocks xmlns:a="http://schemas.openxmlformats.org/drawingml/2006/main" noGrp="1"/>
          </p:cNvSpPr>
          <p:nvPr/>
        </p:nvSpPr>
        <p:spPr>
          <a:xfrm xmlns:a="http://schemas.openxmlformats.org/drawingml/2006/main">
            <a:off x="904875" y="30784800"/>
            <a:ext cx="26670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BDD6DE"/>
            </a:solidFill>
            <a:prstDash val="solid"/>
          </a:ln>
        </p:spPr>
      </p:sp>
      <p:sp>
        <p:nvSpPr>
          <p:cNvPr id="88" name="">
            <a:extLst xmlns:a="http://schemas.openxmlformats.org/drawingml/2006/main">
              <a:ext uri="{FF2B5EF4-FFF2-40B4-BE49-F238E27FC236}">
                <a16:creationId xmlns:a16="http://schemas.microsoft.com/office/drawing/2014/main" id="{4F92F79F-FE51-4516-BED7-254190568EAD}"/>
              </a:ext>
            </a:extLst>
          </p:cNvPr>
          <p:cNvSpPr>
            <a:spLocks xmlns:a="http://schemas.openxmlformats.org/drawingml/2006/main" noGrp="1"/>
          </p:cNvSpPr>
          <p:nvPr/>
        </p:nvSpPr>
        <p:spPr>
          <a:xfrm xmlns:a="http://schemas.openxmlformats.org/drawingml/2006/main">
            <a:off x="1000125" y="30851475"/>
            <a:ext cx="247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122B3D"/>
                </a:solidFill>
                <a:latin typeface="Arial"/>
                <a:ea typeface="Arial"/>
                <a:cs typeface="Arial"/>
              </a:defRPr>
            </a:defPPr>
            <a:lvl1pPr>
              <a:defRPr sz="1275" b="1">
                <a:solidFill>
                  <a:srgbClr val="122B3D"/>
                </a:solidFill>
                <a:latin typeface="Arial"/>
                <a:ea typeface="Arial"/>
                <a:cs typeface="Arial"/>
              </a:defRPr>
            </a:lvl1pPr>
            <a:lvl2pPr>
              <a:defRPr sz="1275" b="1">
                <a:solidFill>
                  <a:srgbClr val="122B3D"/>
                </a:solidFill>
                <a:latin typeface="Arial"/>
                <a:ea typeface="Arial"/>
                <a:cs typeface="Arial"/>
              </a:defRPr>
            </a:lvl2pPr>
            <a:lvl3pPr>
              <a:defRPr sz="1275" b="1">
                <a:solidFill>
                  <a:srgbClr val="122B3D"/>
                </a:solidFill>
                <a:latin typeface="Arial"/>
                <a:ea typeface="Arial"/>
                <a:cs typeface="Arial"/>
              </a:defRPr>
            </a:lvl3pPr>
            <a:lvl4pPr>
              <a:defRPr sz="1275" b="1">
                <a:solidFill>
                  <a:srgbClr val="122B3D"/>
                </a:solidFill>
                <a:latin typeface="Arial"/>
                <a:ea typeface="Arial"/>
                <a:cs typeface="Arial"/>
              </a:defRPr>
            </a:lvl4pPr>
            <a:lvl5pPr>
              <a:defRPr sz="1275" b="1">
                <a:solidFill>
                  <a:srgbClr val="122B3D"/>
                </a:solidFill>
                <a:latin typeface="Arial"/>
                <a:ea typeface="Arial"/>
                <a:cs typeface="Arial"/>
              </a:defRPr>
            </a:lvl5pPr>
            <a:lvl6pPr>
              <a:defRPr sz="1275" b="1">
                <a:solidFill>
                  <a:srgbClr val="122B3D"/>
                </a:solidFill>
                <a:latin typeface="Arial"/>
                <a:ea typeface="Arial"/>
                <a:cs typeface="Arial"/>
              </a:defRPr>
            </a:lvl6pPr>
            <a:lvl7pPr>
              <a:defRPr sz="1275" b="1">
                <a:solidFill>
                  <a:srgbClr val="122B3D"/>
                </a:solidFill>
                <a:latin typeface="Arial"/>
                <a:ea typeface="Arial"/>
                <a:cs typeface="Arial"/>
              </a:defRPr>
            </a:lvl7pPr>
            <a:lvl8pPr>
              <a:defRPr sz="1275" b="1">
                <a:solidFill>
                  <a:srgbClr val="122B3D"/>
                </a:solidFill>
                <a:latin typeface="Arial"/>
                <a:ea typeface="Arial"/>
                <a:cs typeface="Arial"/>
              </a:defRPr>
            </a:lvl8pPr>
            <a:lvl9pPr>
              <a:defRPr sz="1275" b="1">
                <a:solidFill>
                  <a:srgbClr val="122B3D"/>
                </a:solidFill>
                <a:latin typeface="Arial"/>
                <a:ea typeface="Arial"/>
                <a:cs typeface="Arial"/>
              </a:defRPr>
            </a:lvl9pPr>
          </a:lstStyle>
          <a:p xmlns:a="http://schemas.openxmlformats.org/drawingml/2006/main">
            <a:pPr>
              <a:defRPr sz="1275" b="1">
                <a:solidFill>
                  <a:srgbClr val="122B3D"/>
                </a:solidFill>
                <a:latin typeface="Arial"/>
                <a:ea typeface="Arial"/>
                <a:cs typeface="Arial"/>
              </a:defRPr>
            </a:pPr>
            <a:r>
              <a:rPr sz="1275" b="1">
                <a:solidFill>
                  <a:srgbClr val="122B3D"/>
                </a:solidFill>
                <a:latin typeface="Arial"/>
                <a:ea typeface="Arial"/>
                <a:cs typeface="Arial"/>
              </a:rPr>
              <a:t>Random Forest</a:t>
            </a:r>
          </a:p>
        </p:txBody>
      </p:sp>
      <p:sp>
        <p:nvSpPr>
          <p:cNvPr id="89" name="">
            <a:extLst xmlns:a="http://schemas.openxmlformats.org/drawingml/2006/main">
              <a:ext uri="{FF2B5EF4-FFF2-40B4-BE49-F238E27FC236}">
                <a16:creationId xmlns:a16="http://schemas.microsoft.com/office/drawing/2014/main" id="{18C12DF3-1B9F-4710-9CF4-CED3CB0C676E}"/>
              </a:ext>
            </a:extLst>
          </p:cNvPr>
          <p:cNvSpPr>
            <a:spLocks xmlns:a="http://schemas.openxmlformats.org/drawingml/2006/main" noGrp="1"/>
          </p:cNvSpPr>
          <p:nvPr/>
        </p:nvSpPr>
        <p:spPr>
          <a:xfrm xmlns:a="http://schemas.openxmlformats.org/drawingml/2006/main">
            <a:off x="3571875" y="30784800"/>
            <a:ext cx="37147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BDD6DE"/>
            </a:solidFill>
            <a:prstDash val="solid"/>
          </a:ln>
        </p:spPr>
      </p:sp>
      <p:sp>
        <p:nvSpPr>
          <p:cNvPr id="90" name="">
            <a:extLst xmlns:a="http://schemas.openxmlformats.org/drawingml/2006/main">
              <a:ext uri="{FF2B5EF4-FFF2-40B4-BE49-F238E27FC236}">
                <a16:creationId xmlns:a16="http://schemas.microsoft.com/office/drawing/2014/main" id="{32DF79A7-0969-408B-ACFE-B22302B2C00B}"/>
              </a:ext>
            </a:extLst>
          </p:cNvPr>
          <p:cNvSpPr>
            <a:spLocks xmlns:a="http://schemas.openxmlformats.org/drawingml/2006/main" noGrp="1"/>
          </p:cNvSpPr>
          <p:nvPr/>
        </p:nvSpPr>
        <p:spPr>
          <a:xfrm xmlns:a="http://schemas.openxmlformats.org/drawingml/2006/main">
            <a:off x="3667125" y="30851475"/>
            <a:ext cx="352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0">
                <a:solidFill>
                  <a:srgbClr val="122B3D"/>
                </a:solidFill>
                <a:latin typeface="Arial"/>
                <a:ea typeface="Arial"/>
                <a:cs typeface="Arial"/>
              </a:defRPr>
            </a:defPPr>
            <a:lvl1pPr>
              <a:defRPr sz="1275" b="0">
                <a:solidFill>
                  <a:srgbClr val="122B3D"/>
                </a:solidFill>
                <a:latin typeface="Arial"/>
                <a:ea typeface="Arial"/>
                <a:cs typeface="Arial"/>
              </a:defRPr>
            </a:lvl1pPr>
            <a:lvl2pPr>
              <a:defRPr sz="1275" b="0">
                <a:solidFill>
                  <a:srgbClr val="122B3D"/>
                </a:solidFill>
                <a:latin typeface="Arial"/>
                <a:ea typeface="Arial"/>
                <a:cs typeface="Arial"/>
              </a:defRPr>
            </a:lvl2pPr>
            <a:lvl3pPr>
              <a:defRPr sz="1275" b="0">
                <a:solidFill>
                  <a:srgbClr val="122B3D"/>
                </a:solidFill>
                <a:latin typeface="Arial"/>
                <a:ea typeface="Arial"/>
                <a:cs typeface="Arial"/>
              </a:defRPr>
            </a:lvl3pPr>
            <a:lvl4pPr>
              <a:defRPr sz="1275" b="0">
                <a:solidFill>
                  <a:srgbClr val="122B3D"/>
                </a:solidFill>
                <a:latin typeface="Arial"/>
                <a:ea typeface="Arial"/>
                <a:cs typeface="Arial"/>
              </a:defRPr>
            </a:lvl4pPr>
            <a:lvl5pPr>
              <a:defRPr sz="1275" b="0">
                <a:solidFill>
                  <a:srgbClr val="122B3D"/>
                </a:solidFill>
                <a:latin typeface="Arial"/>
                <a:ea typeface="Arial"/>
                <a:cs typeface="Arial"/>
              </a:defRPr>
            </a:lvl5pPr>
            <a:lvl6pPr>
              <a:defRPr sz="1275" b="0">
                <a:solidFill>
                  <a:srgbClr val="122B3D"/>
                </a:solidFill>
                <a:latin typeface="Arial"/>
                <a:ea typeface="Arial"/>
                <a:cs typeface="Arial"/>
              </a:defRPr>
            </a:lvl6pPr>
            <a:lvl7pPr>
              <a:defRPr sz="1275" b="0">
                <a:solidFill>
                  <a:srgbClr val="122B3D"/>
                </a:solidFill>
                <a:latin typeface="Arial"/>
                <a:ea typeface="Arial"/>
                <a:cs typeface="Arial"/>
              </a:defRPr>
            </a:lvl7pPr>
            <a:lvl8pPr>
              <a:defRPr sz="1275" b="0">
                <a:solidFill>
                  <a:srgbClr val="122B3D"/>
                </a:solidFill>
                <a:latin typeface="Arial"/>
                <a:ea typeface="Arial"/>
                <a:cs typeface="Arial"/>
              </a:defRPr>
            </a:lvl8pPr>
            <a:lvl9pPr>
              <a:defRPr sz="1275" b="0">
                <a:solidFill>
                  <a:srgbClr val="122B3D"/>
                </a:solidFill>
                <a:latin typeface="Arial"/>
                <a:ea typeface="Arial"/>
                <a:cs typeface="Arial"/>
              </a:defRPr>
            </a:lvl9pPr>
          </a:lstStyle>
          <a:p xmlns:a="http://schemas.openxmlformats.org/drawingml/2006/main">
            <a:pPr>
              <a:defRPr sz="1275" b="0">
                <a:solidFill>
                  <a:srgbClr val="122B3D"/>
                </a:solidFill>
                <a:latin typeface="Arial"/>
                <a:ea typeface="Arial"/>
                <a:cs typeface="Arial"/>
              </a:defRPr>
            </a:pPr>
            <a:r>
              <a:rPr sz="1275" b="0">
                <a:solidFill>
                  <a:srgbClr val="122B3D"/>
                </a:solidFill>
                <a:latin typeface="Arial"/>
                <a:ea typeface="Arial"/>
                <a:cs typeface="Arial"/>
              </a:rPr>
              <a:t>37 scaled features</a:t>
            </a:r>
          </a:p>
        </p:txBody>
      </p:sp>
      <p:sp>
        <p:nvSpPr>
          <p:cNvPr id="91" name="">
            <a:extLst xmlns:a="http://schemas.openxmlformats.org/drawingml/2006/main">
              <a:ext uri="{FF2B5EF4-FFF2-40B4-BE49-F238E27FC236}">
                <a16:creationId xmlns:a16="http://schemas.microsoft.com/office/drawing/2014/main" id="{7EB3B5CD-209B-413B-B99A-22ADD7A08F7F}"/>
              </a:ext>
            </a:extLst>
          </p:cNvPr>
          <p:cNvSpPr>
            <a:spLocks xmlns:a="http://schemas.openxmlformats.org/drawingml/2006/main" noGrp="1"/>
          </p:cNvSpPr>
          <p:nvPr/>
        </p:nvSpPr>
        <p:spPr>
          <a:xfrm xmlns:a="http://schemas.openxmlformats.org/drawingml/2006/main">
            <a:off x="7286625" y="30784800"/>
            <a:ext cx="43815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BDD6DE"/>
            </a:solidFill>
            <a:prstDash val="solid"/>
          </a:ln>
        </p:spPr>
      </p:sp>
      <p:sp>
        <p:nvSpPr>
          <p:cNvPr id="92" name="">
            <a:extLst xmlns:a="http://schemas.openxmlformats.org/drawingml/2006/main">
              <a:ext uri="{FF2B5EF4-FFF2-40B4-BE49-F238E27FC236}">
                <a16:creationId xmlns:a16="http://schemas.microsoft.com/office/drawing/2014/main" id="{6348737E-D222-46C4-89A0-682E1E3C95D2}"/>
              </a:ext>
            </a:extLst>
          </p:cNvPr>
          <p:cNvSpPr>
            <a:spLocks xmlns:a="http://schemas.openxmlformats.org/drawingml/2006/main" noGrp="1"/>
          </p:cNvSpPr>
          <p:nvPr/>
        </p:nvSpPr>
        <p:spPr>
          <a:xfrm xmlns:a="http://schemas.openxmlformats.org/drawingml/2006/main">
            <a:off x="7381875" y="30851475"/>
            <a:ext cx="419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0">
                <a:solidFill>
                  <a:srgbClr val="122B3D"/>
                </a:solidFill>
                <a:latin typeface="Arial"/>
                <a:ea typeface="Arial"/>
                <a:cs typeface="Arial"/>
              </a:defRPr>
            </a:defPPr>
            <a:lvl1pPr>
              <a:defRPr sz="1275" b="0">
                <a:solidFill>
                  <a:srgbClr val="122B3D"/>
                </a:solidFill>
                <a:latin typeface="Arial"/>
                <a:ea typeface="Arial"/>
                <a:cs typeface="Arial"/>
              </a:defRPr>
            </a:lvl1pPr>
            <a:lvl2pPr>
              <a:defRPr sz="1275" b="0">
                <a:solidFill>
                  <a:srgbClr val="122B3D"/>
                </a:solidFill>
                <a:latin typeface="Arial"/>
                <a:ea typeface="Arial"/>
                <a:cs typeface="Arial"/>
              </a:defRPr>
            </a:lvl2pPr>
            <a:lvl3pPr>
              <a:defRPr sz="1275" b="0">
                <a:solidFill>
                  <a:srgbClr val="122B3D"/>
                </a:solidFill>
                <a:latin typeface="Arial"/>
                <a:ea typeface="Arial"/>
                <a:cs typeface="Arial"/>
              </a:defRPr>
            </a:lvl3pPr>
            <a:lvl4pPr>
              <a:defRPr sz="1275" b="0">
                <a:solidFill>
                  <a:srgbClr val="122B3D"/>
                </a:solidFill>
                <a:latin typeface="Arial"/>
                <a:ea typeface="Arial"/>
                <a:cs typeface="Arial"/>
              </a:defRPr>
            </a:lvl4pPr>
            <a:lvl5pPr>
              <a:defRPr sz="1275" b="0">
                <a:solidFill>
                  <a:srgbClr val="122B3D"/>
                </a:solidFill>
                <a:latin typeface="Arial"/>
                <a:ea typeface="Arial"/>
                <a:cs typeface="Arial"/>
              </a:defRPr>
            </a:lvl5pPr>
            <a:lvl6pPr>
              <a:defRPr sz="1275" b="0">
                <a:solidFill>
                  <a:srgbClr val="122B3D"/>
                </a:solidFill>
                <a:latin typeface="Arial"/>
                <a:ea typeface="Arial"/>
                <a:cs typeface="Arial"/>
              </a:defRPr>
            </a:lvl6pPr>
            <a:lvl7pPr>
              <a:defRPr sz="1275" b="0">
                <a:solidFill>
                  <a:srgbClr val="122B3D"/>
                </a:solidFill>
                <a:latin typeface="Arial"/>
                <a:ea typeface="Arial"/>
                <a:cs typeface="Arial"/>
              </a:defRPr>
            </a:lvl7pPr>
            <a:lvl8pPr>
              <a:defRPr sz="1275" b="0">
                <a:solidFill>
                  <a:srgbClr val="122B3D"/>
                </a:solidFill>
                <a:latin typeface="Arial"/>
                <a:ea typeface="Arial"/>
                <a:cs typeface="Arial"/>
              </a:defRPr>
            </a:lvl8pPr>
            <a:lvl9pPr>
              <a:defRPr sz="1275" b="0">
                <a:solidFill>
                  <a:srgbClr val="122B3D"/>
                </a:solidFill>
                <a:latin typeface="Arial"/>
                <a:ea typeface="Arial"/>
                <a:cs typeface="Arial"/>
              </a:defRPr>
            </a:lvl9pPr>
          </a:lstStyle>
          <a:p xmlns:a="http://schemas.openxmlformats.org/drawingml/2006/main">
            <a:pPr>
              <a:defRPr sz="1275" b="0">
                <a:solidFill>
                  <a:srgbClr val="122B3D"/>
                </a:solidFill>
                <a:latin typeface="Arial"/>
                <a:ea typeface="Arial"/>
                <a:cs typeface="Arial"/>
              </a:defRPr>
            </a:pPr>
            <a:r>
              <a:rPr sz="1275" b="0">
                <a:solidFill>
                  <a:srgbClr val="122B3D"/>
                </a:solidFill>
                <a:latin typeface="Arial"/>
                <a:ea typeface="Arial"/>
                <a:cs typeface="Arial"/>
              </a:rPr>
              <a:t>Primary FITS classifier</a:t>
            </a:r>
          </a:p>
        </p:txBody>
      </p:sp>
      <p:sp>
        <p:nvSpPr>
          <p:cNvPr id="93" name="">
            <a:extLst xmlns:a="http://schemas.openxmlformats.org/drawingml/2006/main">
              <a:ext uri="{FF2B5EF4-FFF2-40B4-BE49-F238E27FC236}">
                <a16:creationId xmlns:a16="http://schemas.microsoft.com/office/drawing/2014/main" id="{0A458175-4E63-41B2-B996-7ECA0E86CEFE}"/>
              </a:ext>
            </a:extLst>
          </p:cNvPr>
          <p:cNvSpPr>
            <a:spLocks xmlns:a="http://schemas.openxmlformats.org/drawingml/2006/main" noGrp="1"/>
          </p:cNvSpPr>
          <p:nvPr/>
        </p:nvSpPr>
        <p:spPr>
          <a:xfrm xmlns:a="http://schemas.openxmlformats.org/drawingml/2006/main">
            <a:off x="11668125" y="30784800"/>
            <a:ext cx="44767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BDD6DE"/>
            </a:solidFill>
            <a:prstDash val="solid"/>
          </a:ln>
        </p:spPr>
      </p:sp>
      <p:sp>
        <p:nvSpPr>
          <p:cNvPr id="94" name="">
            <a:extLst xmlns:a="http://schemas.openxmlformats.org/drawingml/2006/main">
              <a:ext uri="{FF2B5EF4-FFF2-40B4-BE49-F238E27FC236}">
                <a16:creationId xmlns:a16="http://schemas.microsoft.com/office/drawing/2014/main" id="{37720AE5-DE16-471F-8B70-059305BD54FA}"/>
              </a:ext>
            </a:extLst>
          </p:cNvPr>
          <p:cNvSpPr>
            <a:spLocks xmlns:a="http://schemas.openxmlformats.org/drawingml/2006/main" noGrp="1"/>
          </p:cNvSpPr>
          <p:nvPr/>
        </p:nvSpPr>
        <p:spPr>
          <a:xfrm xmlns:a="http://schemas.openxmlformats.org/drawingml/2006/main">
            <a:off x="11763375" y="30851475"/>
            <a:ext cx="428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0">
                <a:solidFill>
                  <a:srgbClr val="122B3D"/>
                </a:solidFill>
                <a:latin typeface="Arial"/>
                <a:ea typeface="Arial"/>
                <a:cs typeface="Arial"/>
              </a:defRPr>
            </a:defPPr>
            <a:lvl1pPr>
              <a:defRPr sz="1275" b="0">
                <a:solidFill>
                  <a:srgbClr val="122B3D"/>
                </a:solidFill>
                <a:latin typeface="Arial"/>
                <a:ea typeface="Arial"/>
                <a:cs typeface="Arial"/>
              </a:defRPr>
            </a:lvl1pPr>
            <a:lvl2pPr>
              <a:defRPr sz="1275" b="0">
                <a:solidFill>
                  <a:srgbClr val="122B3D"/>
                </a:solidFill>
                <a:latin typeface="Arial"/>
                <a:ea typeface="Arial"/>
                <a:cs typeface="Arial"/>
              </a:defRPr>
            </a:lvl2pPr>
            <a:lvl3pPr>
              <a:defRPr sz="1275" b="0">
                <a:solidFill>
                  <a:srgbClr val="122B3D"/>
                </a:solidFill>
                <a:latin typeface="Arial"/>
                <a:ea typeface="Arial"/>
                <a:cs typeface="Arial"/>
              </a:defRPr>
            </a:lvl3pPr>
            <a:lvl4pPr>
              <a:defRPr sz="1275" b="0">
                <a:solidFill>
                  <a:srgbClr val="122B3D"/>
                </a:solidFill>
                <a:latin typeface="Arial"/>
                <a:ea typeface="Arial"/>
                <a:cs typeface="Arial"/>
              </a:defRPr>
            </a:lvl4pPr>
            <a:lvl5pPr>
              <a:defRPr sz="1275" b="0">
                <a:solidFill>
                  <a:srgbClr val="122B3D"/>
                </a:solidFill>
                <a:latin typeface="Arial"/>
                <a:ea typeface="Arial"/>
                <a:cs typeface="Arial"/>
              </a:defRPr>
            </a:lvl5pPr>
            <a:lvl6pPr>
              <a:defRPr sz="1275" b="0">
                <a:solidFill>
                  <a:srgbClr val="122B3D"/>
                </a:solidFill>
                <a:latin typeface="Arial"/>
                <a:ea typeface="Arial"/>
                <a:cs typeface="Arial"/>
              </a:defRPr>
            </a:lvl6pPr>
            <a:lvl7pPr>
              <a:defRPr sz="1275" b="0">
                <a:solidFill>
                  <a:srgbClr val="122B3D"/>
                </a:solidFill>
                <a:latin typeface="Arial"/>
                <a:ea typeface="Arial"/>
                <a:cs typeface="Arial"/>
              </a:defRPr>
            </a:lvl7pPr>
            <a:lvl8pPr>
              <a:defRPr sz="1275" b="0">
                <a:solidFill>
                  <a:srgbClr val="122B3D"/>
                </a:solidFill>
                <a:latin typeface="Arial"/>
                <a:ea typeface="Arial"/>
                <a:cs typeface="Arial"/>
              </a:defRPr>
            </a:lvl8pPr>
            <a:lvl9pPr>
              <a:defRPr sz="1275" b="0">
                <a:solidFill>
                  <a:srgbClr val="122B3D"/>
                </a:solidFill>
                <a:latin typeface="Arial"/>
                <a:ea typeface="Arial"/>
                <a:cs typeface="Arial"/>
              </a:defRPr>
            </a:lvl9pPr>
          </a:lstStyle>
          <a:p xmlns:a="http://schemas.openxmlformats.org/drawingml/2006/main">
            <a:pPr>
              <a:defRPr sz="1275" b="0">
                <a:solidFill>
                  <a:srgbClr val="122B3D"/>
                </a:solidFill>
                <a:latin typeface="Arial"/>
                <a:ea typeface="Arial"/>
                <a:cs typeface="Arial"/>
              </a:defRPr>
            </a:pPr>
            <a:r>
              <a:rPr sz="1275" b="0">
                <a:solidFill>
                  <a:srgbClr val="122B3D"/>
                </a:solidFill>
                <a:latin typeface="Arial"/>
                <a:ea typeface="Arial"/>
                <a:cs typeface="Arial"/>
              </a:rPr>
              <a:t>Leakage or duplicate targets</a:t>
            </a:r>
          </a:p>
        </p:txBody>
      </p:sp>
      <p:sp>
        <p:nvSpPr>
          <p:cNvPr id="95" name="">
            <a:extLst xmlns:a="http://schemas.openxmlformats.org/drawingml/2006/main">
              <a:ext uri="{FF2B5EF4-FFF2-40B4-BE49-F238E27FC236}">
                <a16:creationId xmlns:a16="http://schemas.microsoft.com/office/drawing/2014/main" id="{33698CC4-3032-4C67-B90F-B43D4887F2BA}"/>
              </a:ext>
            </a:extLst>
          </p:cNvPr>
          <p:cNvSpPr>
            <a:spLocks xmlns:a="http://schemas.openxmlformats.org/drawingml/2006/main" noGrp="1"/>
          </p:cNvSpPr>
          <p:nvPr/>
        </p:nvSpPr>
        <p:spPr>
          <a:xfrm xmlns:a="http://schemas.openxmlformats.org/drawingml/2006/main">
            <a:off x="904875" y="31661100"/>
            <a:ext cx="2667000" cy="876300"/>
          </a:xfrm>
          <a:prstGeom xmlns:a="http://schemas.openxmlformats.org/drawingml/2006/main" prst="rect">
            <a:avLst/>
          </a:prstGeom>
          <a:solidFill xmlns:a="http://schemas.openxmlformats.org/drawingml/2006/main">
            <a:srgbClr val="EAF5F8"/>
          </a:solidFill>
          <a:ln xmlns:a="http://schemas.openxmlformats.org/drawingml/2006/main" w="9525">
            <a:solidFill>
              <a:srgbClr val="BDD6DE"/>
            </a:solidFill>
            <a:prstDash val="solid"/>
          </a:ln>
        </p:spPr>
      </p:sp>
      <p:sp>
        <p:nvSpPr>
          <p:cNvPr id="96" name="">
            <a:extLst xmlns:a="http://schemas.openxmlformats.org/drawingml/2006/main">
              <a:ext uri="{FF2B5EF4-FFF2-40B4-BE49-F238E27FC236}">
                <a16:creationId xmlns:a16="http://schemas.microsoft.com/office/drawing/2014/main" id="{EB1A4AE0-C6DD-4665-BC00-13A7D39164E4}"/>
              </a:ext>
            </a:extLst>
          </p:cNvPr>
          <p:cNvSpPr>
            <a:spLocks xmlns:a="http://schemas.openxmlformats.org/drawingml/2006/main" noGrp="1"/>
          </p:cNvSpPr>
          <p:nvPr/>
        </p:nvSpPr>
        <p:spPr>
          <a:xfrm xmlns:a="http://schemas.openxmlformats.org/drawingml/2006/main">
            <a:off x="1000125" y="31727775"/>
            <a:ext cx="247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122B3D"/>
                </a:solidFill>
                <a:latin typeface="Arial"/>
                <a:ea typeface="Arial"/>
                <a:cs typeface="Arial"/>
              </a:defRPr>
            </a:defPPr>
            <a:lvl1pPr>
              <a:defRPr sz="1275" b="1">
                <a:solidFill>
                  <a:srgbClr val="122B3D"/>
                </a:solidFill>
                <a:latin typeface="Arial"/>
                <a:ea typeface="Arial"/>
                <a:cs typeface="Arial"/>
              </a:defRPr>
            </a:lvl1pPr>
            <a:lvl2pPr>
              <a:defRPr sz="1275" b="1">
                <a:solidFill>
                  <a:srgbClr val="122B3D"/>
                </a:solidFill>
                <a:latin typeface="Arial"/>
                <a:ea typeface="Arial"/>
                <a:cs typeface="Arial"/>
              </a:defRPr>
            </a:lvl2pPr>
            <a:lvl3pPr>
              <a:defRPr sz="1275" b="1">
                <a:solidFill>
                  <a:srgbClr val="122B3D"/>
                </a:solidFill>
                <a:latin typeface="Arial"/>
                <a:ea typeface="Arial"/>
                <a:cs typeface="Arial"/>
              </a:defRPr>
            </a:lvl3pPr>
            <a:lvl4pPr>
              <a:defRPr sz="1275" b="1">
                <a:solidFill>
                  <a:srgbClr val="122B3D"/>
                </a:solidFill>
                <a:latin typeface="Arial"/>
                <a:ea typeface="Arial"/>
                <a:cs typeface="Arial"/>
              </a:defRPr>
            </a:lvl4pPr>
            <a:lvl5pPr>
              <a:defRPr sz="1275" b="1">
                <a:solidFill>
                  <a:srgbClr val="122B3D"/>
                </a:solidFill>
                <a:latin typeface="Arial"/>
                <a:ea typeface="Arial"/>
                <a:cs typeface="Arial"/>
              </a:defRPr>
            </a:lvl5pPr>
            <a:lvl6pPr>
              <a:defRPr sz="1275" b="1">
                <a:solidFill>
                  <a:srgbClr val="122B3D"/>
                </a:solidFill>
                <a:latin typeface="Arial"/>
                <a:ea typeface="Arial"/>
                <a:cs typeface="Arial"/>
              </a:defRPr>
            </a:lvl6pPr>
            <a:lvl7pPr>
              <a:defRPr sz="1275" b="1">
                <a:solidFill>
                  <a:srgbClr val="122B3D"/>
                </a:solidFill>
                <a:latin typeface="Arial"/>
                <a:ea typeface="Arial"/>
                <a:cs typeface="Arial"/>
              </a:defRPr>
            </a:lvl7pPr>
            <a:lvl8pPr>
              <a:defRPr sz="1275" b="1">
                <a:solidFill>
                  <a:srgbClr val="122B3D"/>
                </a:solidFill>
                <a:latin typeface="Arial"/>
                <a:ea typeface="Arial"/>
                <a:cs typeface="Arial"/>
              </a:defRPr>
            </a:lvl8pPr>
            <a:lvl9pPr>
              <a:defRPr sz="1275" b="1">
                <a:solidFill>
                  <a:srgbClr val="122B3D"/>
                </a:solidFill>
                <a:latin typeface="Arial"/>
                <a:ea typeface="Arial"/>
                <a:cs typeface="Arial"/>
              </a:defRPr>
            </a:lvl9pPr>
          </a:lstStyle>
          <a:p xmlns:a="http://schemas.openxmlformats.org/drawingml/2006/main">
            <a:pPr>
              <a:defRPr sz="1275" b="1">
                <a:solidFill>
                  <a:srgbClr val="122B3D"/>
                </a:solidFill>
                <a:latin typeface="Arial"/>
                <a:ea typeface="Arial"/>
                <a:cs typeface="Arial"/>
              </a:defRPr>
            </a:pPr>
            <a:r>
              <a:rPr sz="1275" b="1">
                <a:solidFill>
                  <a:srgbClr val="122B3D"/>
                </a:solidFill>
                <a:latin typeface="Arial"/>
                <a:ea typeface="Arial"/>
                <a:cs typeface="Arial"/>
              </a:rPr>
              <a:t>1D CNN</a:t>
            </a:r>
          </a:p>
        </p:txBody>
      </p:sp>
      <p:sp>
        <p:nvSpPr>
          <p:cNvPr id="97" name="">
            <a:extLst xmlns:a="http://schemas.openxmlformats.org/drawingml/2006/main">
              <a:ext uri="{FF2B5EF4-FFF2-40B4-BE49-F238E27FC236}">
                <a16:creationId xmlns:a16="http://schemas.microsoft.com/office/drawing/2014/main" id="{AEE5F0D1-ED1A-45EC-8080-06095DB345FB}"/>
              </a:ext>
            </a:extLst>
          </p:cNvPr>
          <p:cNvSpPr>
            <a:spLocks xmlns:a="http://schemas.openxmlformats.org/drawingml/2006/main" noGrp="1"/>
          </p:cNvSpPr>
          <p:nvPr/>
        </p:nvSpPr>
        <p:spPr>
          <a:xfrm xmlns:a="http://schemas.openxmlformats.org/drawingml/2006/main">
            <a:off x="3571875" y="31661100"/>
            <a:ext cx="3714750" cy="876300"/>
          </a:xfrm>
          <a:prstGeom xmlns:a="http://schemas.openxmlformats.org/drawingml/2006/main" prst="rect">
            <a:avLst/>
          </a:prstGeom>
          <a:solidFill xmlns:a="http://schemas.openxmlformats.org/drawingml/2006/main">
            <a:srgbClr val="EAF5F8"/>
          </a:solidFill>
          <a:ln xmlns:a="http://schemas.openxmlformats.org/drawingml/2006/main" w="9525">
            <a:solidFill>
              <a:srgbClr val="BDD6DE"/>
            </a:solidFill>
            <a:prstDash val="solid"/>
          </a:ln>
        </p:spPr>
      </p:sp>
      <p:sp>
        <p:nvSpPr>
          <p:cNvPr id="98" name="">
            <a:extLst xmlns:a="http://schemas.openxmlformats.org/drawingml/2006/main">
              <a:ext uri="{FF2B5EF4-FFF2-40B4-BE49-F238E27FC236}">
                <a16:creationId xmlns:a16="http://schemas.microsoft.com/office/drawing/2014/main" id="{FB12273C-5667-4B50-83D7-B0F56058B69D}"/>
              </a:ext>
            </a:extLst>
          </p:cNvPr>
          <p:cNvSpPr>
            <a:spLocks xmlns:a="http://schemas.openxmlformats.org/drawingml/2006/main" noGrp="1"/>
          </p:cNvSpPr>
          <p:nvPr/>
        </p:nvSpPr>
        <p:spPr>
          <a:xfrm xmlns:a="http://schemas.openxmlformats.org/drawingml/2006/main">
            <a:off x="3667125" y="31727775"/>
            <a:ext cx="352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0">
                <a:solidFill>
                  <a:srgbClr val="122B3D"/>
                </a:solidFill>
                <a:latin typeface="Arial"/>
                <a:ea typeface="Arial"/>
                <a:cs typeface="Arial"/>
              </a:defRPr>
            </a:defPPr>
            <a:lvl1pPr>
              <a:defRPr sz="1275" b="0">
                <a:solidFill>
                  <a:srgbClr val="122B3D"/>
                </a:solidFill>
                <a:latin typeface="Arial"/>
                <a:ea typeface="Arial"/>
                <a:cs typeface="Arial"/>
              </a:defRPr>
            </a:lvl1pPr>
            <a:lvl2pPr>
              <a:defRPr sz="1275" b="0">
                <a:solidFill>
                  <a:srgbClr val="122B3D"/>
                </a:solidFill>
                <a:latin typeface="Arial"/>
                <a:ea typeface="Arial"/>
                <a:cs typeface="Arial"/>
              </a:defRPr>
            </a:lvl2pPr>
            <a:lvl3pPr>
              <a:defRPr sz="1275" b="0">
                <a:solidFill>
                  <a:srgbClr val="122B3D"/>
                </a:solidFill>
                <a:latin typeface="Arial"/>
                <a:ea typeface="Arial"/>
                <a:cs typeface="Arial"/>
              </a:defRPr>
            </a:lvl3pPr>
            <a:lvl4pPr>
              <a:defRPr sz="1275" b="0">
                <a:solidFill>
                  <a:srgbClr val="122B3D"/>
                </a:solidFill>
                <a:latin typeface="Arial"/>
                <a:ea typeface="Arial"/>
                <a:cs typeface="Arial"/>
              </a:defRPr>
            </a:lvl4pPr>
            <a:lvl5pPr>
              <a:defRPr sz="1275" b="0">
                <a:solidFill>
                  <a:srgbClr val="122B3D"/>
                </a:solidFill>
                <a:latin typeface="Arial"/>
                <a:ea typeface="Arial"/>
                <a:cs typeface="Arial"/>
              </a:defRPr>
            </a:lvl5pPr>
            <a:lvl6pPr>
              <a:defRPr sz="1275" b="0">
                <a:solidFill>
                  <a:srgbClr val="122B3D"/>
                </a:solidFill>
                <a:latin typeface="Arial"/>
                <a:ea typeface="Arial"/>
                <a:cs typeface="Arial"/>
              </a:defRPr>
            </a:lvl6pPr>
            <a:lvl7pPr>
              <a:defRPr sz="1275" b="0">
                <a:solidFill>
                  <a:srgbClr val="122B3D"/>
                </a:solidFill>
                <a:latin typeface="Arial"/>
                <a:ea typeface="Arial"/>
                <a:cs typeface="Arial"/>
              </a:defRPr>
            </a:lvl7pPr>
            <a:lvl8pPr>
              <a:defRPr sz="1275" b="0">
                <a:solidFill>
                  <a:srgbClr val="122B3D"/>
                </a:solidFill>
                <a:latin typeface="Arial"/>
                <a:ea typeface="Arial"/>
                <a:cs typeface="Arial"/>
              </a:defRPr>
            </a:lvl8pPr>
            <a:lvl9pPr>
              <a:defRPr sz="1275" b="0">
                <a:solidFill>
                  <a:srgbClr val="122B3D"/>
                </a:solidFill>
                <a:latin typeface="Arial"/>
                <a:ea typeface="Arial"/>
                <a:cs typeface="Arial"/>
              </a:defRPr>
            </a:lvl9pPr>
          </a:lstStyle>
          <a:p xmlns:a="http://schemas.openxmlformats.org/drawingml/2006/main">
            <a:pPr>
              <a:defRPr sz="1275" b="0">
                <a:solidFill>
                  <a:srgbClr val="122B3D"/>
                </a:solidFill>
                <a:latin typeface="Arial"/>
                <a:ea typeface="Arial"/>
                <a:cs typeface="Arial"/>
              </a:defRPr>
            </a:pPr>
            <a:r>
              <a:rPr sz="1275" b="0">
                <a:solidFill>
                  <a:srgbClr val="122B3D"/>
                </a:solidFill>
                <a:latin typeface="Arial"/>
                <a:ea typeface="Arial"/>
                <a:cs typeface="Arial"/>
              </a:rPr>
              <a:t>Raw 2,048-point sequence</a:t>
            </a:r>
          </a:p>
        </p:txBody>
      </p:sp>
      <p:sp>
        <p:nvSpPr>
          <p:cNvPr id="99" name="">
            <a:extLst xmlns:a="http://schemas.openxmlformats.org/drawingml/2006/main">
              <a:ext uri="{FF2B5EF4-FFF2-40B4-BE49-F238E27FC236}">
                <a16:creationId xmlns:a16="http://schemas.microsoft.com/office/drawing/2014/main" id="{CC631B96-4211-4F63-8E52-CDB33F2913F5}"/>
              </a:ext>
            </a:extLst>
          </p:cNvPr>
          <p:cNvSpPr>
            <a:spLocks xmlns:a="http://schemas.openxmlformats.org/drawingml/2006/main" noGrp="1"/>
          </p:cNvSpPr>
          <p:nvPr/>
        </p:nvSpPr>
        <p:spPr>
          <a:xfrm xmlns:a="http://schemas.openxmlformats.org/drawingml/2006/main">
            <a:off x="7286625" y="31661100"/>
            <a:ext cx="4381500" cy="876300"/>
          </a:xfrm>
          <a:prstGeom xmlns:a="http://schemas.openxmlformats.org/drawingml/2006/main" prst="rect">
            <a:avLst/>
          </a:prstGeom>
          <a:solidFill xmlns:a="http://schemas.openxmlformats.org/drawingml/2006/main">
            <a:srgbClr val="EAF5F8"/>
          </a:solidFill>
          <a:ln xmlns:a="http://schemas.openxmlformats.org/drawingml/2006/main" w="9525">
            <a:solidFill>
              <a:srgbClr val="BDD6DE"/>
            </a:solidFill>
            <a:prstDash val="solid"/>
          </a:ln>
        </p:spPr>
      </p:sp>
      <p:sp>
        <p:nvSpPr>
          <p:cNvPr id="100" name="">
            <a:extLst xmlns:a="http://schemas.openxmlformats.org/drawingml/2006/main">
              <a:ext uri="{FF2B5EF4-FFF2-40B4-BE49-F238E27FC236}">
                <a16:creationId xmlns:a16="http://schemas.microsoft.com/office/drawing/2014/main" id="{4C15F87C-4A46-4E90-B344-D4739B8EE2D5}"/>
              </a:ext>
            </a:extLst>
          </p:cNvPr>
          <p:cNvSpPr>
            <a:spLocks xmlns:a="http://schemas.openxmlformats.org/drawingml/2006/main" noGrp="1"/>
          </p:cNvSpPr>
          <p:nvPr/>
        </p:nvSpPr>
        <p:spPr>
          <a:xfrm xmlns:a="http://schemas.openxmlformats.org/drawingml/2006/main">
            <a:off x="7381875" y="31727775"/>
            <a:ext cx="419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0">
                <a:solidFill>
                  <a:srgbClr val="122B3D"/>
                </a:solidFill>
                <a:latin typeface="Arial"/>
                <a:ea typeface="Arial"/>
                <a:cs typeface="Arial"/>
              </a:defRPr>
            </a:defPPr>
            <a:lvl1pPr>
              <a:defRPr sz="1275" b="0">
                <a:solidFill>
                  <a:srgbClr val="122B3D"/>
                </a:solidFill>
                <a:latin typeface="Arial"/>
                <a:ea typeface="Arial"/>
                <a:cs typeface="Arial"/>
              </a:defRPr>
            </a:lvl1pPr>
            <a:lvl2pPr>
              <a:defRPr sz="1275" b="0">
                <a:solidFill>
                  <a:srgbClr val="122B3D"/>
                </a:solidFill>
                <a:latin typeface="Arial"/>
                <a:ea typeface="Arial"/>
                <a:cs typeface="Arial"/>
              </a:defRPr>
            </a:lvl2pPr>
            <a:lvl3pPr>
              <a:defRPr sz="1275" b="0">
                <a:solidFill>
                  <a:srgbClr val="122B3D"/>
                </a:solidFill>
                <a:latin typeface="Arial"/>
                <a:ea typeface="Arial"/>
                <a:cs typeface="Arial"/>
              </a:defRPr>
            </a:lvl3pPr>
            <a:lvl4pPr>
              <a:defRPr sz="1275" b="0">
                <a:solidFill>
                  <a:srgbClr val="122B3D"/>
                </a:solidFill>
                <a:latin typeface="Arial"/>
                <a:ea typeface="Arial"/>
                <a:cs typeface="Arial"/>
              </a:defRPr>
            </a:lvl4pPr>
            <a:lvl5pPr>
              <a:defRPr sz="1275" b="0">
                <a:solidFill>
                  <a:srgbClr val="122B3D"/>
                </a:solidFill>
                <a:latin typeface="Arial"/>
                <a:ea typeface="Arial"/>
                <a:cs typeface="Arial"/>
              </a:defRPr>
            </a:lvl5pPr>
            <a:lvl6pPr>
              <a:defRPr sz="1275" b="0">
                <a:solidFill>
                  <a:srgbClr val="122B3D"/>
                </a:solidFill>
                <a:latin typeface="Arial"/>
                <a:ea typeface="Arial"/>
                <a:cs typeface="Arial"/>
              </a:defRPr>
            </a:lvl6pPr>
            <a:lvl7pPr>
              <a:defRPr sz="1275" b="0">
                <a:solidFill>
                  <a:srgbClr val="122B3D"/>
                </a:solidFill>
                <a:latin typeface="Arial"/>
                <a:ea typeface="Arial"/>
                <a:cs typeface="Arial"/>
              </a:defRPr>
            </a:lvl7pPr>
            <a:lvl8pPr>
              <a:defRPr sz="1275" b="0">
                <a:solidFill>
                  <a:srgbClr val="122B3D"/>
                </a:solidFill>
                <a:latin typeface="Arial"/>
                <a:ea typeface="Arial"/>
                <a:cs typeface="Arial"/>
              </a:defRPr>
            </a:lvl8pPr>
            <a:lvl9pPr>
              <a:defRPr sz="1275" b="0">
                <a:solidFill>
                  <a:srgbClr val="122B3D"/>
                </a:solidFill>
                <a:latin typeface="Arial"/>
                <a:ea typeface="Arial"/>
                <a:cs typeface="Arial"/>
              </a:defRPr>
            </a:lvl9pPr>
          </a:lstStyle>
          <a:p xmlns:a="http://schemas.openxmlformats.org/drawingml/2006/main">
            <a:pPr>
              <a:defRPr sz="1275" b="0">
                <a:solidFill>
                  <a:srgbClr val="122B3D"/>
                </a:solidFill>
                <a:latin typeface="Arial"/>
                <a:ea typeface="Arial"/>
                <a:cs typeface="Arial"/>
              </a:defRPr>
            </a:pPr>
            <a:r>
              <a:rPr sz="1275" b="0">
                <a:solidFill>
                  <a:srgbClr val="122B3D"/>
                </a:solidFill>
                <a:latin typeface="Arial"/>
                <a:ea typeface="Arial"/>
                <a:cs typeface="Arial"/>
              </a:rPr>
              <a:t>Local transit morphology</a:t>
            </a:r>
          </a:p>
        </p:txBody>
      </p:sp>
      <p:sp>
        <p:nvSpPr>
          <p:cNvPr id="101" name="">
            <a:extLst xmlns:a="http://schemas.openxmlformats.org/drawingml/2006/main">
              <a:ext uri="{FF2B5EF4-FFF2-40B4-BE49-F238E27FC236}">
                <a16:creationId xmlns:a16="http://schemas.microsoft.com/office/drawing/2014/main" id="{FF2599ED-E196-4E77-95F0-2DA336180DE6}"/>
              </a:ext>
            </a:extLst>
          </p:cNvPr>
          <p:cNvSpPr>
            <a:spLocks xmlns:a="http://schemas.openxmlformats.org/drawingml/2006/main" noGrp="1"/>
          </p:cNvSpPr>
          <p:nvPr/>
        </p:nvSpPr>
        <p:spPr>
          <a:xfrm xmlns:a="http://schemas.openxmlformats.org/drawingml/2006/main">
            <a:off x="11668125" y="31661100"/>
            <a:ext cx="4476750" cy="876300"/>
          </a:xfrm>
          <a:prstGeom xmlns:a="http://schemas.openxmlformats.org/drawingml/2006/main" prst="rect">
            <a:avLst/>
          </a:prstGeom>
          <a:solidFill xmlns:a="http://schemas.openxmlformats.org/drawingml/2006/main">
            <a:srgbClr val="EAF5F8"/>
          </a:solidFill>
          <a:ln xmlns:a="http://schemas.openxmlformats.org/drawingml/2006/main" w="9525">
            <a:solidFill>
              <a:srgbClr val="BDD6DE"/>
            </a:solidFill>
            <a:prstDash val="solid"/>
          </a:ln>
        </p:spPr>
      </p:sp>
      <p:sp>
        <p:nvSpPr>
          <p:cNvPr id="102" name="">
            <a:extLst xmlns:a="http://schemas.openxmlformats.org/drawingml/2006/main">
              <a:ext uri="{FF2B5EF4-FFF2-40B4-BE49-F238E27FC236}">
                <a16:creationId xmlns:a16="http://schemas.microsoft.com/office/drawing/2014/main" id="{17FA5772-C2AE-4A60-84E5-FF80901A2274}"/>
              </a:ext>
            </a:extLst>
          </p:cNvPr>
          <p:cNvSpPr>
            <a:spLocks xmlns:a="http://schemas.openxmlformats.org/drawingml/2006/main" noGrp="1"/>
          </p:cNvSpPr>
          <p:nvPr/>
        </p:nvSpPr>
        <p:spPr>
          <a:xfrm xmlns:a="http://schemas.openxmlformats.org/drawingml/2006/main">
            <a:off x="11763375" y="31727775"/>
            <a:ext cx="428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0">
                <a:solidFill>
                  <a:srgbClr val="122B3D"/>
                </a:solidFill>
                <a:latin typeface="Arial"/>
                <a:ea typeface="Arial"/>
                <a:cs typeface="Arial"/>
              </a:defRPr>
            </a:defPPr>
            <a:lvl1pPr>
              <a:defRPr sz="1275" b="0">
                <a:solidFill>
                  <a:srgbClr val="122B3D"/>
                </a:solidFill>
                <a:latin typeface="Arial"/>
                <a:ea typeface="Arial"/>
                <a:cs typeface="Arial"/>
              </a:defRPr>
            </a:lvl1pPr>
            <a:lvl2pPr>
              <a:defRPr sz="1275" b="0">
                <a:solidFill>
                  <a:srgbClr val="122B3D"/>
                </a:solidFill>
                <a:latin typeface="Arial"/>
                <a:ea typeface="Arial"/>
                <a:cs typeface="Arial"/>
              </a:defRPr>
            </a:lvl2pPr>
            <a:lvl3pPr>
              <a:defRPr sz="1275" b="0">
                <a:solidFill>
                  <a:srgbClr val="122B3D"/>
                </a:solidFill>
                <a:latin typeface="Arial"/>
                <a:ea typeface="Arial"/>
                <a:cs typeface="Arial"/>
              </a:defRPr>
            </a:lvl3pPr>
            <a:lvl4pPr>
              <a:defRPr sz="1275" b="0">
                <a:solidFill>
                  <a:srgbClr val="122B3D"/>
                </a:solidFill>
                <a:latin typeface="Arial"/>
                <a:ea typeface="Arial"/>
                <a:cs typeface="Arial"/>
              </a:defRPr>
            </a:lvl4pPr>
            <a:lvl5pPr>
              <a:defRPr sz="1275" b="0">
                <a:solidFill>
                  <a:srgbClr val="122B3D"/>
                </a:solidFill>
                <a:latin typeface="Arial"/>
                <a:ea typeface="Arial"/>
                <a:cs typeface="Arial"/>
              </a:defRPr>
            </a:lvl5pPr>
            <a:lvl6pPr>
              <a:defRPr sz="1275" b="0">
                <a:solidFill>
                  <a:srgbClr val="122B3D"/>
                </a:solidFill>
                <a:latin typeface="Arial"/>
                <a:ea typeface="Arial"/>
                <a:cs typeface="Arial"/>
              </a:defRPr>
            </a:lvl6pPr>
            <a:lvl7pPr>
              <a:defRPr sz="1275" b="0">
                <a:solidFill>
                  <a:srgbClr val="122B3D"/>
                </a:solidFill>
                <a:latin typeface="Arial"/>
                <a:ea typeface="Arial"/>
                <a:cs typeface="Arial"/>
              </a:defRPr>
            </a:lvl7pPr>
            <a:lvl8pPr>
              <a:defRPr sz="1275" b="0">
                <a:solidFill>
                  <a:srgbClr val="122B3D"/>
                </a:solidFill>
                <a:latin typeface="Arial"/>
                <a:ea typeface="Arial"/>
                <a:cs typeface="Arial"/>
              </a:defRPr>
            </a:lvl8pPr>
            <a:lvl9pPr>
              <a:defRPr sz="1275" b="0">
                <a:solidFill>
                  <a:srgbClr val="122B3D"/>
                </a:solidFill>
                <a:latin typeface="Arial"/>
                <a:ea typeface="Arial"/>
                <a:cs typeface="Arial"/>
              </a:defRPr>
            </a:lvl9pPr>
          </a:lstStyle>
          <a:p xmlns:a="http://schemas.openxmlformats.org/drawingml/2006/main">
            <a:pPr>
              <a:defRPr sz="1275" b="0">
                <a:solidFill>
                  <a:srgbClr val="122B3D"/>
                </a:solidFill>
                <a:latin typeface="Arial"/>
                <a:ea typeface="Arial"/>
                <a:cs typeface="Arial"/>
              </a:defRPr>
            </a:pPr>
            <a:r>
              <a:rPr sz="1275" b="0">
                <a:solidFill>
                  <a:srgbClr val="122B3D"/>
                </a:solidFill>
                <a:latin typeface="Arial"/>
                <a:ea typeface="Arial"/>
                <a:cs typeface="Arial"/>
              </a:rPr>
              <a:t>Class imbalance</a:t>
            </a:r>
          </a:p>
        </p:txBody>
      </p:sp>
      <p:sp>
        <p:nvSpPr>
          <p:cNvPr id="103" name="">
            <a:extLst xmlns:a="http://schemas.openxmlformats.org/drawingml/2006/main">
              <a:ext uri="{FF2B5EF4-FFF2-40B4-BE49-F238E27FC236}">
                <a16:creationId xmlns:a16="http://schemas.microsoft.com/office/drawing/2014/main" id="{9CAF9C4E-3D5D-46A3-B559-B326613F5092}"/>
              </a:ext>
            </a:extLst>
          </p:cNvPr>
          <p:cNvSpPr>
            <a:spLocks xmlns:a="http://schemas.openxmlformats.org/drawingml/2006/main" noGrp="1"/>
          </p:cNvSpPr>
          <p:nvPr/>
        </p:nvSpPr>
        <p:spPr>
          <a:xfrm xmlns:a="http://schemas.openxmlformats.org/drawingml/2006/main">
            <a:off x="904875" y="32537400"/>
            <a:ext cx="26670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BDD6DE"/>
            </a:solidFill>
            <a:prstDash val="solid"/>
          </a:ln>
        </p:spPr>
      </p:sp>
      <p:sp>
        <p:nvSpPr>
          <p:cNvPr id="104" name="">
            <a:extLst xmlns:a="http://schemas.openxmlformats.org/drawingml/2006/main">
              <a:ext uri="{FF2B5EF4-FFF2-40B4-BE49-F238E27FC236}">
                <a16:creationId xmlns:a16="http://schemas.microsoft.com/office/drawing/2014/main" id="{5C815569-F4D5-498C-BD97-73225F03A5F5}"/>
              </a:ext>
            </a:extLst>
          </p:cNvPr>
          <p:cNvSpPr>
            <a:spLocks xmlns:a="http://schemas.openxmlformats.org/drawingml/2006/main" noGrp="1"/>
          </p:cNvSpPr>
          <p:nvPr/>
        </p:nvSpPr>
        <p:spPr>
          <a:xfrm xmlns:a="http://schemas.openxmlformats.org/drawingml/2006/main">
            <a:off x="1000125" y="32604075"/>
            <a:ext cx="247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122B3D"/>
                </a:solidFill>
                <a:latin typeface="Arial"/>
                <a:ea typeface="Arial"/>
                <a:cs typeface="Arial"/>
              </a:defRPr>
            </a:defPPr>
            <a:lvl1pPr>
              <a:defRPr sz="1275" b="1">
                <a:solidFill>
                  <a:srgbClr val="122B3D"/>
                </a:solidFill>
                <a:latin typeface="Arial"/>
                <a:ea typeface="Arial"/>
                <a:cs typeface="Arial"/>
              </a:defRPr>
            </a:lvl1pPr>
            <a:lvl2pPr>
              <a:defRPr sz="1275" b="1">
                <a:solidFill>
                  <a:srgbClr val="122B3D"/>
                </a:solidFill>
                <a:latin typeface="Arial"/>
                <a:ea typeface="Arial"/>
                <a:cs typeface="Arial"/>
              </a:defRPr>
            </a:lvl2pPr>
            <a:lvl3pPr>
              <a:defRPr sz="1275" b="1">
                <a:solidFill>
                  <a:srgbClr val="122B3D"/>
                </a:solidFill>
                <a:latin typeface="Arial"/>
                <a:ea typeface="Arial"/>
                <a:cs typeface="Arial"/>
              </a:defRPr>
            </a:lvl3pPr>
            <a:lvl4pPr>
              <a:defRPr sz="1275" b="1">
                <a:solidFill>
                  <a:srgbClr val="122B3D"/>
                </a:solidFill>
                <a:latin typeface="Arial"/>
                <a:ea typeface="Arial"/>
                <a:cs typeface="Arial"/>
              </a:defRPr>
            </a:lvl4pPr>
            <a:lvl5pPr>
              <a:defRPr sz="1275" b="1">
                <a:solidFill>
                  <a:srgbClr val="122B3D"/>
                </a:solidFill>
                <a:latin typeface="Arial"/>
                <a:ea typeface="Arial"/>
                <a:cs typeface="Arial"/>
              </a:defRPr>
            </a:lvl5pPr>
            <a:lvl6pPr>
              <a:defRPr sz="1275" b="1">
                <a:solidFill>
                  <a:srgbClr val="122B3D"/>
                </a:solidFill>
                <a:latin typeface="Arial"/>
                <a:ea typeface="Arial"/>
                <a:cs typeface="Arial"/>
              </a:defRPr>
            </a:lvl6pPr>
            <a:lvl7pPr>
              <a:defRPr sz="1275" b="1">
                <a:solidFill>
                  <a:srgbClr val="122B3D"/>
                </a:solidFill>
                <a:latin typeface="Arial"/>
                <a:ea typeface="Arial"/>
                <a:cs typeface="Arial"/>
              </a:defRPr>
            </a:lvl7pPr>
            <a:lvl8pPr>
              <a:defRPr sz="1275" b="1">
                <a:solidFill>
                  <a:srgbClr val="122B3D"/>
                </a:solidFill>
                <a:latin typeface="Arial"/>
                <a:ea typeface="Arial"/>
                <a:cs typeface="Arial"/>
              </a:defRPr>
            </a:lvl8pPr>
            <a:lvl9pPr>
              <a:defRPr sz="1275" b="1">
                <a:solidFill>
                  <a:srgbClr val="122B3D"/>
                </a:solidFill>
                <a:latin typeface="Arial"/>
                <a:ea typeface="Arial"/>
                <a:cs typeface="Arial"/>
              </a:defRPr>
            </a:lvl9pPr>
          </a:lstStyle>
          <a:p xmlns:a="http://schemas.openxmlformats.org/drawingml/2006/main">
            <a:pPr>
              <a:defRPr sz="1275" b="1">
                <a:solidFill>
                  <a:srgbClr val="122B3D"/>
                </a:solidFill>
                <a:latin typeface="Arial"/>
                <a:ea typeface="Arial"/>
                <a:cs typeface="Arial"/>
              </a:defRPr>
            </a:pPr>
            <a:r>
              <a:rPr sz="1275" b="1">
                <a:solidFill>
                  <a:srgbClr val="122B3D"/>
                </a:solidFill>
                <a:latin typeface="Arial"/>
                <a:ea typeface="Arial"/>
                <a:cs typeface="Arial"/>
              </a:rPr>
              <a:t>LSTM</a:t>
            </a:r>
          </a:p>
        </p:txBody>
      </p:sp>
      <p:sp>
        <p:nvSpPr>
          <p:cNvPr id="105" name="">
            <a:extLst xmlns:a="http://schemas.openxmlformats.org/drawingml/2006/main">
              <a:ext uri="{FF2B5EF4-FFF2-40B4-BE49-F238E27FC236}">
                <a16:creationId xmlns:a16="http://schemas.microsoft.com/office/drawing/2014/main" id="{430A2BD9-551B-4995-A221-8BB36C2F76B6}"/>
              </a:ext>
            </a:extLst>
          </p:cNvPr>
          <p:cNvSpPr>
            <a:spLocks xmlns:a="http://schemas.openxmlformats.org/drawingml/2006/main" noGrp="1"/>
          </p:cNvSpPr>
          <p:nvPr/>
        </p:nvSpPr>
        <p:spPr>
          <a:xfrm xmlns:a="http://schemas.openxmlformats.org/drawingml/2006/main">
            <a:off x="3571875" y="32537400"/>
            <a:ext cx="37147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BDD6DE"/>
            </a:solidFill>
            <a:prstDash val="solid"/>
          </a:ln>
        </p:spPr>
      </p:sp>
      <p:sp>
        <p:nvSpPr>
          <p:cNvPr id="106" name="">
            <a:extLst xmlns:a="http://schemas.openxmlformats.org/drawingml/2006/main">
              <a:ext uri="{FF2B5EF4-FFF2-40B4-BE49-F238E27FC236}">
                <a16:creationId xmlns:a16="http://schemas.microsoft.com/office/drawing/2014/main" id="{988FAA50-498F-4B49-8321-133D35E7E07B}"/>
              </a:ext>
            </a:extLst>
          </p:cNvPr>
          <p:cNvSpPr>
            <a:spLocks xmlns:a="http://schemas.openxmlformats.org/drawingml/2006/main" noGrp="1"/>
          </p:cNvSpPr>
          <p:nvPr/>
        </p:nvSpPr>
        <p:spPr>
          <a:xfrm xmlns:a="http://schemas.openxmlformats.org/drawingml/2006/main">
            <a:off x="3667125" y="32604075"/>
            <a:ext cx="352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0">
                <a:solidFill>
                  <a:srgbClr val="122B3D"/>
                </a:solidFill>
                <a:latin typeface="Arial"/>
                <a:ea typeface="Arial"/>
                <a:cs typeface="Arial"/>
              </a:defRPr>
            </a:defPPr>
            <a:lvl1pPr>
              <a:defRPr sz="1275" b="0">
                <a:solidFill>
                  <a:srgbClr val="122B3D"/>
                </a:solidFill>
                <a:latin typeface="Arial"/>
                <a:ea typeface="Arial"/>
                <a:cs typeface="Arial"/>
              </a:defRPr>
            </a:lvl1pPr>
            <a:lvl2pPr>
              <a:defRPr sz="1275" b="0">
                <a:solidFill>
                  <a:srgbClr val="122B3D"/>
                </a:solidFill>
                <a:latin typeface="Arial"/>
                <a:ea typeface="Arial"/>
                <a:cs typeface="Arial"/>
              </a:defRPr>
            </a:lvl2pPr>
            <a:lvl3pPr>
              <a:defRPr sz="1275" b="0">
                <a:solidFill>
                  <a:srgbClr val="122B3D"/>
                </a:solidFill>
                <a:latin typeface="Arial"/>
                <a:ea typeface="Arial"/>
                <a:cs typeface="Arial"/>
              </a:defRPr>
            </a:lvl3pPr>
            <a:lvl4pPr>
              <a:defRPr sz="1275" b="0">
                <a:solidFill>
                  <a:srgbClr val="122B3D"/>
                </a:solidFill>
                <a:latin typeface="Arial"/>
                <a:ea typeface="Arial"/>
                <a:cs typeface="Arial"/>
              </a:defRPr>
            </a:lvl4pPr>
            <a:lvl5pPr>
              <a:defRPr sz="1275" b="0">
                <a:solidFill>
                  <a:srgbClr val="122B3D"/>
                </a:solidFill>
                <a:latin typeface="Arial"/>
                <a:ea typeface="Arial"/>
                <a:cs typeface="Arial"/>
              </a:defRPr>
            </a:lvl5pPr>
            <a:lvl6pPr>
              <a:defRPr sz="1275" b="0">
                <a:solidFill>
                  <a:srgbClr val="122B3D"/>
                </a:solidFill>
                <a:latin typeface="Arial"/>
                <a:ea typeface="Arial"/>
                <a:cs typeface="Arial"/>
              </a:defRPr>
            </a:lvl6pPr>
            <a:lvl7pPr>
              <a:defRPr sz="1275" b="0">
                <a:solidFill>
                  <a:srgbClr val="122B3D"/>
                </a:solidFill>
                <a:latin typeface="Arial"/>
                <a:ea typeface="Arial"/>
                <a:cs typeface="Arial"/>
              </a:defRPr>
            </a:lvl7pPr>
            <a:lvl8pPr>
              <a:defRPr sz="1275" b="0">
                <a:solidFill>
                  <a:srgbClr val="122B3D"/>
                </a:solidFill>
                <a:latin typeface="Arial"/>
                <a:ea typeface="Arial"/>
                <a:cs typeface="Arial"/>
              </a:defRPr>
            </a:lvl8pPr>
            <a:lvl9pPr>
              <a:defRPr sz="1275" b="0">
                <a:solidFill>
                  <a:srgbClr val="122B3D"/>
                </a:solidFill>
                <a:latin typeface="Arial"/>
                <a:ea typeface="Arial"/>
                <a:cs typeface="Arial"/>
              </a:defRPr>
            </a:lvl9pPr>
          </a:lstStyle>
          <a:p xmlns:a="http://schemas.openxmlformats.org/drawingml/2006/main">
            <a:pPr>
              <a:defRPr sz="1275" b="0">
                <a:solidFill>
                  <a:srgbClr val="122B3D"/>
                </a:solidFill>
                <a:latin typeface="Arial"/>
                <a:ea typeface="Arial"/>
                <a:cs typeface="Arial"/>
              </a:defRPr>
            </a:pPr>
            <a:r>
              <a:rPr sz="1275" b="0">
                <a:solidFill>
                  <a:srgbClr val="122B3D"/>
                </a:solidFill>
                <a:latin typeface="Arial"/>
                <a:ea typeface="Arial"/>
                <a:cs typeface="Arial"/>
              </a:rPr>
              <a:t>256-step pooled sequence</a:t>
            </a:r>
          </a:p>
        </p:txBody>
      </p:sp>
      <p:sp>
        <p:nvSpPr>
          <p:cNvPr id="107" name="">
            <a:extLst xmlns:a="http://schemas.openxmlformats.org/drawingml/2006/main">
              <a:ext uri="{FF2B5EF4-FFF2-40B4-BE49-F238E27FC236}">
                <a16:creationId xmlns:a16="http://schemas.microsoft.com/office/drawing/2014/main" id="{80C79111-3795-4D85-8447-D2F3A15AE186}"/>
              </a:ext>
            </a:extLst>
          </p:cNvPr>
          <p:cNvSpPr>
            <a:spLocks xmlns:a="http://schemas.openxmlformats.org/drawingml/2006/main" noGrp="1"/>
          </p:cNvSpPr>
          <p:nvPr/>
        </p:nvSpPr>
        <p:spPr>
          <a:xfrm xmlns:a="http://schemas.openxmlformats.org/drawingml/2006/main">
            <a:off x="7286625" y="32537400"/>
            <a:ext cx="438150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BDD6DE"/>
            </a:solidFill>
            <a:prstDash val="solid"/>
          </a:ln>
        </p:spPr>
      </p:sp>
      <p:sp>
        <p:nvSpPr>
          <p:cNvPr id="108" name="">
            <a:extLst xmlns:a="http://schemas.openxmlformats.org/drawingml/2006/main">
              <a:ext uri="{FF2B5EF4-FFF2-40B4-BE49-F238E27FC236}">
                <a16:creationId xmlns:a16="http://schemas.microsoft.com/office/drawing/2014/main" id="{C6C8D406-B29D-4763-BBD4-DD0C8DB7949B}"/>
              </a:ext>
            </a:extLst>
          </p:cNvPr>
          <p:cNvSpPr>
            <a:spLocks xmlns:a="http://schemas.openxmlformats.org/drawingml/2006/main" noGrp="1"/>
          </p:cNvSpPr>
          <p:nvPr/>
        </p:nvSpPr>
        <p:spPr>
          <a:xfrm xmlns:a="http://schemas.openxmlformats.org/drawingml/2006/main">
            <a:off x="7381875" y="32604075"/>
            <a:ext cx="419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0">
                <a:solidFill>
                  <a:srgbClr val="122B3D"/>
                </a:solidFill>
                <a:latin typeface="Arial"/>
                <a:ea typeface="Arial"/>
                <a:cs typeface="Arial"/>
              </a:defRPr>
            </a:defPPr>
            <a:lvl1pPr>
              <a:defRPr sz="1275" b="0">
                <a:solidFill>
                  <a:srgbClr val="122B3D"/>
                </a:solidFill>
                <a:latin typeface="Arial"/>
                <a:ea typeface="Arial"/>
                <a:cs typeface="Arial"/>
              </a:defRPr>
            </a:lvl1pPr>
            <a:lvl2pPr>
              <a:defRPr sz="1275" b="0">
                <a:solidFill>
                  <a:srgbClr val="122B3D"/>
                </a:solidFill>
                <a:latin typeface="Arial"/>
                <a:ea typeface="Arial"/>
                <a:cs typeface="Arial"/>
              </a:defRPr>
            </a:lvl2pPr>
            <a:lvl3pPr>
              <a:defRPr sz="1275" b="0">
                <a:solidFill>
                  <a:srgbClr val="122B3D"/>
                </a:solidFill>
                <a:latin typeface="Arial"/>
                <a:ea typeface="Arial"/>
                <a:cs typeface="Arial"/>
              </a:defRPr>
            </a:lvl3pPr>
            <a:lvl4pPr>
              <a:defRPr sz="1275" b="0">
                <a:solidFill>
                  <a:srgbClr val="122B3D"/>
                </a:solidFill>
                <a:latin typeface="Arial"/>
                <a:ea typeface="Arial"/>
                <a:cs typeface="Arial"/>
              </a:defRPr>
            </a:lvl4pPr>
            <a:lvl5pPr>
              <a:defRPr sz="1275" b="0">
                <a:solidFill>
                  <a:srgbClr val="122B3D"/>
                </a:solidFill>
                <a:latin typeface="Arial"/>
                <a:ea typeface="Arial"/>
                <a:cs typeface="Arial"/>
              </a:defRPr>
            </a:lvl5pPr>
            <a:lvl6pPr>
              <a:defRPr sz="1275" b="0">
                <a:solidFill>
                  <a:srgbClr val="122B3D"/>
                </a:solidFill>
                <a:latin typeface="Arial"/>
                <a:ea typeface="Arial"/>
                <a:cs typeface="Arial"/>
              </a:defRPr>
            </a:lvl6pPr>
            <a:lvl7pPr>
              <a:defRPr sz="1275" b="0">
                <a:solidFill>
                  <a:srgbClr val="122B3D"/>
                </a:solidFill>
                <a:latin typeface="Arial"/>
                <a:ea typeface="Arial"/>
                <a:cs typeface="Arial"/>
              </a:defRPr>
            </a:lvl7pPr>
            <a:lvl8pPr>
              <a:defRPr sz="1275" b="0">
                <a:solidFill>
                  <a:srgbClr val="122B3D"/>
                </a:solidFill>
                <a:latin typeface="Arial"/>
                <a:ea typeface="Arial"/>
                <a:cs typeface="Arial"/>
              </a:defRPr>
            </a:lvl8pPr>
            <a:lvl9pPr>
              <a:defRPr sz="1275" b="0">
                <a:solidFill>
                  <a:srgbClr val="122B3D"/>
                </a:solidFill>
                <a:latin typeface="Arial"/>
                <a:ea typeface="Arial"/>
                <a:cs typeface="Arial"/>
              </a:defRPr>
            </a:lvl9pPr>
          </a:lstStyle>
          <a:p xmlns:a="http://schemas.openxmlformats.org/drawingml/2006/main">
            <a:pPr>
              <a:defRPr sz="1275" b="0">
                <a:solidFill>
                  <a:srgbClr val="122B3D"/>
                </a:solidFill>
                <a:latin typeface="Arial"/>
                <a:ea typeface="Arial"/>
                <a:cs typeface="Arial"/>
              </a:defRPr>
            </a:pPr>
            <a:r>
              <a:rPr sz="1275" b="0">
                <a:solidFill>
                  <a:srgbClr val="122B3D"/>
                </a:solidFill>
                <a:latin typeface="Arial"/>
                <a:ea typeface="Arial"/>
                <a:cs typeface="Arial"/>
              </a:rPr>
              <a:t>Longer temporal context</a:t>
            </a:r>
          </a:p>
        </p:txBody>
      </p:sp>
      <p:sp>
        <p:nvSpPr>
          <p:cNvPr id="109" name="">
            <a:extLst xmlns:a="http://schemas.openxmlformats.org/drawingml/2006/main">
              <a:ext uri="{FF2B5EF4-FFF2-40B4-BE49-F238E27FC236}">
                <a16:creationId xmlns:a16="http://schemas.microsoft.com/office/drawing/2014/main" id="{23F1F695-0A5B-4D15-A141-E871548EDBA5}"/>
              </a:ext>
            </a:extLst>
          </p:cNvPr>
          <p:cNvSpPr>
            <a:spLocks xmlns:a="http://schemas.openxmlformats.org/drawingml/2006/main" noGrp="1"/>
          </p:cNvSpPr>
          <p:nvPr/>
        </p:nvSpPr>
        <p:spPr>
          <a:xfrm xmlns:a="http://schemas.openxmlformats.org/drawingml/2006/main">
            <a:off x="11668125" y="32537400"/>
            <a:ext cx="44767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BDD6DE"/>
            </a:solidFill>
            <a:prstDash val="solid"/>
          </a:ln>
        </p:spPr>
      </p:sp>
      <p:sp>
        <p:nvSpPr>
          <p:cNvPr id="110" name="">
            <a:extLst xmlns:a="http://schemas.openxmlformats.org/drawingml/2006/main">
              <a:ext uri="{FF2B5EF4-FFF2-40B4-BE49-F238E27FC236}">
                <a16:creationId xmlns:a16="http://schemas.microsoft.com/office/drawing/2014/main" id="{C1BF7604-5142-46CF-917A-A3806432A3E5}"/>
              </a:ext>
            </a:extLst>
          </p:cNvPr>
          <p:cNvSpPr>
            <a:spLocks xmlns:a="http://schemas.openxmlformats.org/drawingml/2006/main" noGrp="1"/>
          </p:cNvSpPr>
          <p:nvPr/>
        </p:nvSpPr>
        <p:spPr>
          <a:xfrm xmlns:a="http://schemas.openxmlformats.org/drawingml/2006/main">
            <a:off x="11763375" y="32604075"/>
            <a:ext cx="428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0">
                <a:solidFill>
                  <a:srgbClr val="122B3D"/>
                </a:solidFill>
                <a:latin typeface="Arial"/>
                <a:ea typeface="Arial"/>
                <a:cs typeface="Arial"/>
              </a:defRPr>
            </a:defPPr>
            <a:lvl1pPr>
              <a:defRPr sz="1275" b="0">
                <a:solidFill>
                  <a:srgbClr val="122B3D"/>
                </a:solidFill>
                <a:latin typeface="Arial"/>
                <a:ea typeface="Arial"/>
                <a:cs typeface="Arial"/>
              </a:defRPr>
            </a:lvl1pPr>
            <a:lvl2pPr>
              <a:defRPr sz="1275" b="0">
                <a:solidFill>
                  <a:srgbClr val="122B3D"/>
                </a:solidFill>
                <a:latin typeface="Arial"/>
                <a:ea typeface="Arial"/>
                <a:cs typeface="Arial"/>
              </a:defRPr>
            </a:lvl2pPr>
            <a:lvl3pPr>
              <a:defRPr sz="1275" b="0">
                <a:solidFill>
                  <a:srgbClr val="122B3D"/>
                </a:solidFill>
                <a:latin typeface="Arial"/>
                <a:ea typeface="Arial"/>
                <a:cs typeface="Arial"/>
              </a:defRPr>
            </a:lvl3pPr>
            <a:lvl4pPr>
              <a:defRPr sz="1275" b="0">
                <a:solidFill>
                  <a:srgbClr val="122B3D"/>
                </a:solidFill>
                <a:latin typeface="Arial"/>
                <a:ea typeface="Arial"/>
                <a:cs typeface="Arial"/>
              </a:defRPr>
            </a:lvl4pPr>
            <a:lvl5pPr>
              <a:defRPr sz="1275" b="0">
                <a:solidFill>
                  <a:srgbClr val="122B3D"/>
                </a:solidFill>
                <a:latin typeface="Arial"/>
                <a:ea typeface="Arial"/>
                <a:cs typeface="Arial"/>
              </a:defRPr>
            </a:lvl5pPr>
            <a:lvl6pPr>
              <a:defRPr sz="1275" b="0">
                <a:solidFill>
                  <a:srgbClr val="122B3D"/>
                </a:solidFill>
                <a:latin typeface="Arial"/>
                <a:ea typeface="Arial"/>
                <a:cs typeface="Arial"/>
              </a:defRPr>
            </a:lvl6pPr>
            <a:lvl7pPr>
              <a:defRPr sz="1275" b="0">
                <a:solidFill>
                  <a:srgbClr val="122B3D"/>
                </a:solidFill>
                <a:latin typeface="Arial"/>
                <a:ea typeface="Arial"/>
                <a:cs typeface="Arial"/>
              </a:defRPr>
            </a:lvl7pPr>
            <a:lvl8pPr>
              <a:defRPr sz="1275" b="0">
                <a:solidFill>
                  <a:srgbClr val="122B3D"/>
                </a:solidFill>
                <a:latin typeface="Arial"/>
                <a:ea typeface="Arial"/>
                <a:cs typeface="Arial"/>
              </a:defRPr>
            </a:lvl8pPr>
            <a:lvl9pPr>
              <a:defRPr sz="1275" b="0">
                <a:solidFill>
                  <a:srgbClr val="122B3D"/>
                </a:solidFill>
                <a:latin typeface="Arial"/>
                <a:ea typeface="Arial"/>
                <a:cs typeface="Arial"/>
              </a:defRPr>
            </a:lvl9pPr>
          </a:lstStyle>
          <a:p xmlns:a="http://schemas.openxmlformats.org/drawingml/2006/main">
            <a:pPr>
              <a:defRPr sz="1275" b="0">
                <a:solidFill>
                  <a:srgbClr val="122B3D"/>
                </a:solidFill>
                <a:latin typeface="Arial"/>
                <a:ea typeface="Arial"/>
                <a:cs typeface="Arial"/>
              </a:defRPr>
            </a:pPr>
            <a:r>
              <a:rPr sz="1275" b="0">
                <a:solidFill>
                  <a:srgbClr val="122B3D"/>
                </a:solidFill>
                <a:latin typeface="Arial"/>
                <a:ea typeface="Arial"/>
                <a:cs typeface="Arial"/>
              </a:rPr>
              <a:t>Short events lost in pooling</a:t>
            </a:r>
          </a:p>
        </p:txBody>
      </p:sp>
      <p:sp>
        <p:nvSpPr>
          <p:cNvPr id="111" name="">
            <a:extLst xmlns:a="http://schemas.openxmlformats.org/drawingml/2006/main">
              <a:ext uri="{FF2B5EF4-FFF2-40B4-BE49-F238E27FC236}">
                <a16:creationId xmlns:a16="http://schemas.microsoft.com/office/drawing/2014/main" id="{A8927E26-C854-4377-986C-58D94D5ABD16}"/>
              </a:ext>
            </a:extLst>
          </p:cNvPr>
          <p:cNvSpPr>
            <a:spLocks xmlns:a="http://schemas.openxmlformats.org/drawingml/2006/main" noGrp="1"/>
          </p:cNvSpPr>
          <p:nvPr/>
        </p:nvSpPr>
        <p:spPr>
          <a:xfrm xmlns:a="http://schemas.openxmlformats.org/drawingml/2006/main">
            <a:off x="904875" y="33413700"/>
            <a:ext cx="2667000" cy="876300"/>
          </a:xfrm>
          <a:prstGeom xmlns:a="http://schemas.openxmlformats.org/drawingml/2006/main" prst="rect">
            <a:avLst/>
          </a:prstGeom>
          <a:solidFill xmlns:a="http://schemas.openxmlformats.org/drawingml/2006/main">
            <a:srgbClr val="EAF5F8"/>
          </a:solidFill>
          <a:ln xmlns:a="http://schemas.openxmlformats.org/drawingml/2006/main" w="9525">
            <a:solidFill>
              <a:srgbClr val="BDD6DE"/>
            </a:solidFill>
            <a:prstDash val="solid"/>
          </a:ln>
        </p:spPr>
      </p:sp>
      <p:sp>
        <p:nvSpPr>
          <p:cNvPr id="112" name="">
            <a:extLst xmlns:a="http://schemas.openxmlformats.org/drawingml/2006/main">
              <a:ext uri="{FF2B5EF4-FFF2-40B4-BE49-F238E27FC236}">
                <a16:creationId xmlns:a16="http://schemas.microsoft.com/office/drawing/2014/main" id="{F05C44C5-4A82-4F14-B999-C9E766AC122D}"/>
              </a:ext>
            </a:extLst>
          </p:cNvPr>
          <p:cNvSpPr>
            <a:spLocks xmlns:a="http://schemas.openxmlformats.org/drawingml/2006/main" noGrp="1"/>
          </p:cNvSpPr>
          <p:nvPr/>
        </p:nvSpPr>
        <p:spPr>
          <a:xfrm xmlns:a="http://schemas.openxmlformats.org/drawingml/2006/main">
            <a:off x="1000125" y="33480375"/>
            <a:ext cx="2476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122B3D"/>
                </a:solidFill>
                <a:latin typeface="Arial"/>
                <a:ea typeface="Arial"/>
                <a:cs typeface="Arial"/>
              </a:defRPr>
            </a:defPPr>
            <a:lvl1pPr>
              <a:defRPr sz="1275" b="1">
                <a:solidFill>
                  <a:srgbClr val="122B3D"/>
                </a:solidFill>
                <a:latin typeface="Arial"/>
                <a:ea typeface="Arial"/>
                <a:cs typeface="Arial"/>
              </a:defRPr>
            </a:lvl1pPr>
            <a:lvl2pPr>
              <a:defRPr sz="1275" b="1">
                <a:solidFill>
                  <a:srgbClr val="122B3D"/>
                </a:solidFill>
                <a:latin typeface="Arial"/>
                <a:ea typeface="Arial"/>
                <a:cs typeface="Arial"/>
              </a:defRPr>
            </a:lvl2pPr>
            <a:lvl3pPr>
              <a:defRPr sz="1275" b="1">
                <a:solidFill>
                  <a:srgbClr val="122B3D"/>
                </a:solidFill>
                <a:latin typeface="Arial"/>
                <a:ea typeface="Arial"/>
                <a:cs typeface="Arial"/>
              </a:defRPr>
            </a:lvl3pPr>
            <a:lvl4pPr>
              <a:defRPr sz="1275" b="1">
                <a:solidFill>
                  <a:srgbClr val="122B3D"/>
                </a:solidFill>
                <a:latin typeface="Arial"/>
                <a:ea typeface="Arial"/>
                <a:cs typeface="Arial"/>
              </a:defRPr>
            </a:lvl4pPr>
            <a:lvl5pPr>
              <a:defRPr sz="1275" b="1">
                <a:solidFill>
                  <a:srgbClr val="122B3D"/>
                </a:solidFill>
                <a:latin typeface="Arial"/>
                <a:ea typeface="Arial"/>
                <a:cs typeface="Arial"/>
              </a:defRPr>
            </a:lvl5pPr>
            <a:lvl6pPr>
              <a:defRPr sz="1275" b="1">
                <a:solidFill>
                  <a:srgbClr val="122B3D"/>
                </a:solidFill>
                <a:latin typeface="Arial"/>
                <a:ea typeface="Arial"/>
                <a:cs typeface="Arial"/>
              </a:defRPr>
            </a:lvl6pPr>
            <a:lvl7pPr>
              <a:defRPr sz="1275" b="1">
                <a:solidFill>
                  <a:srgbClr val="122B3D"/>
                </a:solidFill>
                <a:latin typeface="Arial"/>
                <a:ea typeface="Arial"/>
                <a:cs typeface="Arial"/>
              </a:defRPr>
            </a:lvl7pPr>
            <a:lvl8pPr>
              <a:defRPr sz="1275" b="1">
                <a:solidFill>
                  <a:srgbClr val="122B3D"/>
                </a:solidFill>
                <a:latin typeface="Arial"/>
                <a:ea typeface="Arial"/>
                <a:cs typeface="Arial"/>
              </a:defRPr>
            </a:lvl8pPr>
            <a:lvl9pPr>
              <a:defRPr sz="1275" b="1">
                <a:solidFill>
                  <a:srgbClr val="122B3D"/>
                </a:solidFill>
                <a:latin typeface="Arial"/>
                <a:ea typeface="Arial"/>
                <a:cs typeface="Arial"/>
              </a:defRPr>
            </a:lvl9pPr>
          </a:lstStyle>
          <a:p xmlns:a="http://schemas.openxmlformats.org/drawingml/2006/main">
            <a:pPr>
              <a:defRPr sz="1275" b="1">
                <a:solidFill>
                  <a:srgbClr val="122B3D"/>
                </a:solidFill>
                <a:latin typeface="Arial"/>
                <a:ea typeface="Arial"/>
                <a:cs typeface="Arial"/>
              </a:defRPr>
            </a:pPr>
            <a:r>
              <a:rPr sz="1275" b="1">
                <a:solidFill>
                  <a:srgbClr val="122B3D"/>
                </a:solidFill>
                <a:latin typeface="Arial"/>
                <a:ea typeface="Arial"/>
                <a:cs typeface="Arial"/>
              </a:rPr>
              <a:t>MLP</a:t>
            </a:r>
          </a:p>
        </p:txBody>
      </p:sp>
      <p:sp>
        <p:nvSpPr>
          <p:cNvPr id="113" name="">
            <a:extLst xmlns:a="http://schemas.openxmlformats.org/drawingml/2006/main">
              <a:ext uri="{FF2B5EF4-FFF2-40B4-BE49-F238E27FC236}">
                <a16:creationId xmlns:a16="http://schemas.microsoft.com/office/drawing/2014/main" id="{D97133EB-5024-4431-9CDC-A85E479C0B32}"/>
              </a:ext>
            </a:extLst>
          </p:cNvPr>
          <p:cNvSpPr>
            <a:spLocks xmlns:a="http://schemas.openxmlformats.org/drawingml/2006/main" noGrp="1"/>
          </p:cNvSpPr>
          <p:nvPr/>
        </p:nvSpPr>
        <p:spPr>
          <a:xfrm xmlns:a="http://schemas.openxmlformats.org/drawingml/2006/main">
            <a:off x="3571875" y="33413700"/>
            <a:ext cx="3714750" cy="876300"/>
          </a:xfrm>
          <a:prstGeom xmlns:a="http://schemas.openxmlformats.org/drawingml/2006/main" prst="rect">
            <a:avLst/>
          </a:prstGeom>
          <a:solidFill xmlns:a="http://schemas.openxmlformats.org/drawingml/2006/main">
            <a:srgbClr val="EAF5F8"/>
          </a:solidFill>
          <a:ln xmlns:a="http://schemas.openxmlformats.org/drawingml/2006/main" w="9525">
            <a:solidFill>
              <a:srgbClr val="BDD6DE"/>
            </a:solidFill>
            <a:prstDash val="solid"/>
          </a:ln>
        </p:spPr>
      </p:sp>
      <p:sp>
        <p:nvSpPr>
          <p:cNvPr id="114" name="">
            <a:extLst xmlns:a="http://schemas.openxmlformats.org/drawingml/2006/main">
              <a:ext uri="{FF2B5EF4-FFF2-40B4-BE49-F238E27FC236}">
                <a16:creationId xmlns:a16="http://schemas.microsoft.com/office/drawing/2014/main" id="{39017DD1-EA05-4272-951D-47A3352A6970}"/>
              </a:ext>
            </a:extLst>
          </p:cNvPr>
          <p:cNvSpPr>
            <a:spLocks xmlns:a="http://schemas.openxmlformats.org/drawingml/2006/main" noGrp="1"/>
          </p:cNvSpPr>
          <p:nvPr/>
        </p:nvSpPr>
        <p:spPr>
          <a:xfrm xmlns:a="http://schemas.openxmlformats.org/drawingml/2006/main">
            <a:off x="3667125" y="33480375"/>
            <a:ext cx="3524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0">
                <a:solidFill>
                  <a:srgbClr val="122B3D"/>
                </a:solidFill>
                <a:latin typeface="Arial"/>
                <a:ea typeface="Arial"/>
                <a:cs typeface="Arial"/>
              </a:defRPr>
            </a:defPPr>
            <a:lvl1pPr>
              <a:defRPr sz="1275" b="0">
                <a:solidFill>
                  <a:srgbClr val="122B3D"/>
                </a:solidFill>
                <a:latin typeface="Arial"/>
                <a:ea typeface="Arial"/>
                <a:cs typeface="Arial"/>
              </a:defRPr>
            </a:lvl1pPr>
            <a:lvl2pPr>
              <a:defRPr sz="1275" b="0">
                <a:solidFill>
                  <a:srgbClr val="122B3D"/>
                </a:solidFill>
                <a:latin typeface="Arial"/>
                <a:ea typeface="Arial"/>
                <a:cs typeface="Arial"/>
              </a:defRPr>
            </a:lvl2pPr>
            <a:lvl3pPr>
              <a:defRPr sz="1275" b="0">
                <a:solidFill>
                  <a:srgbClr val="122B3D"/>
                </a:solidFill>
                <a:latin typeface="Arial"/>
                <a:ea typeface="Arial"/>
                <a:cs typeface="Arial"/>
              </a:defRPr>
            </a:lvl3pPr>
            <a:lvl4pPr>
              <a:defRPr sz="1275" b="0">
                <a:solidFill>
                  <a:srgbClr val="122B3D"/>
                </a:solidFill>
                <a:latin typeface="Arial"/>
                <a:ea typeface="Arial"/>
                <a:cs typeface="Arial"/>
              </a:defRPr>
            </a:lvl4pPr>
            <a:lvl5pPr>
              <a:defRPr sz="1275" b="0">
                <a:solidFill>
                  <a:srgbClr val="122B3D"/>
                </a:solidFill>
                <a:latin typeface="Arial"/>
                <a:ea typeface="Arial"/>
                <a:cs typeface="Arial"/>
              </a:defRPr>
            </a:lvl5pPr>
            <a:lvl6pPr>
              <a:defRPr sz="1275" b="0">
                <a:solidFill>
                  <a:srgbClr val="122B3D"/>
                </a:solidFill>
                <a:latin typeface="Arial"/>
                <a:ea typeface="Arial"/>
                <a:cs typeface="Arial"/>
              </a:defRPr>
            </a:lvl6pPr>
            <a:lvl7pPr>
              <a:defRPr sz="1275" b="0">
                <a:solidFill>
                  <a:srgbClr val="122B3D"/>
                </a:solidFill>
                <a:latin typeface="Arial"/>
                <a:ea typeface="Arial"/>
                <a:cs typeface="Arial"/>
              </a:defRPr>
            </a:lvl7pPr>
            <a:lvl8pPr>
              <a:defRPr sz="1275" b="0">
                <a:solidFill>
                  <a:srgbClr val="122B3D"/>
                </a:solidFill>
                <a:latin typeface="Arial"/>
                <a:ea typeface="Arial"/>
                <a:cs typeface="Arial"/>
              </a:defRPr>
            </a:lvl8pPr>
            <a:lvl9pPr>
              <a:defRPr sz="1275" b="0">
                <a:solidFill>
                  <a:srgbClr val="122B3D"/>
                </a:solidFill>
                <a:latin typeface="Arial"/>
                <a:ea typeface="Arial"/>
                <a:cs typeface="Arial"/>
              </a:defRPr>
            </a:lvl9pPr>
          </a:lstStyle>
          <a:p xmlns:a="http://schemas.openxmlformats.org/drawingml/2006/main">
            <a:pPr>
              <a:defRPr sz="1275" b="0">
                <a:solidFill>
                  <a:srgbClr val="122B3D"/>
                </a:solidFill>
                <a:latin typeface="Arial"/>
                <a:ea typeface="Arial"/>
                <a:cs typeface="Arial"/>
              </a:defRPr>
            </a:pPr>
            <a:r>
              <a:rPr sz="1275" b="0">
                <a:solidFill>
                  <a:srgbClr val="122B3D"/>
                </a:solidFill>
                <a:latin typeface="Arial"/>
                <a:ea typeface="Arial"/>
                <a:cs typeface="Arial"/>
              </a:rPr>
              <a:t>Flattened 2,048 points</a:t>
            </a:r>
          </a:p>
        </p:txBody>
      </p:sp>
      <p:sp>
        <p:nvSpPr>
          <p:cNvPr id="115" name="">
            <a:extLst xmlns:a="http://schemas.openxmlformats.org/drawingml/2006/main">
              <a:ext uri="{FF2B5EF4-FFF2-40B4-BE49-F238E27FC236}">
                <a16:creationId xmlns:a16="http://schemas.microsoft.com/office/drawing/2014/main" id="{95A94CDE-65BD-4A66-A840-7F2B442BFE73}"/>
              </a:ext>
            </a:extLst>
          </p:cNvPr>
          <p:cNvSpPr>
            <a:spLocks xmlns:a="http://schemas.openxmlformats.org/drawingml/2006/main" noGrp="1"/>
          </p:cNvSpPr>
          <p:nvPr/>
        </p:nvSpPr>
        <p:spPr>
          <a:xfrm xmlns:a="http://schemas.openxmlformats.org/drawingml/2006/main">
            <a:off x="7286625" y="33413700"/>
            <a:ext cx="4381500" cy="876300"/>
          </a:xfrm>
          <a:prstGeom xmlns:a="http://schemas.openxmlformats.org/drawingml/2006/main" prst="rect">
            <a:avLst/>
          </a:prstGeom>
          <a:solidFill xmlns:a="http://schemas.openxmlformats.org/drawingml/2006/main">
            <a:srgbClr val="EAF5F8"/>
          </a:solidFill>
          <a:ln xmlns:a="http://schemas.openxmlformats.org/drawingml/2006/main" w="9525">
            <a:solidFill>
              <a:srgbClr val="BDD6DE"/>
            </a:solidFill>
            <a:prstDash val="solid"/>
          </a:ln>
        </p:spPr>
      </p:sp>
      <p:sp>
        <p:nvSpPr>
          <p:cNvPr id="116" name="">
            <a:extLst xmlns:a="http://schemas.openxmlformats.org/drawingml/2006/main">
              <a:ext uri="{FF2B5EF4-FFF2-40B4-BE49-F238E27FC236}">
                <a16:creationId xmlns:a16="http://schemas.microsoft.com/office/drawing/2014/main" id="{951CCCD0-484D-4319-ABF8-AF832C169406}"/>
              </a:ext>
            </a:extLst>
          </p:cNvPr>
          <p:cNvSpPr>
            <a:spLocks xmlns:a="http://schemas.openxmlformats.org/drawingml/2006/main" noGrp="1"/>
          </p:cNvSpPr>
          <p:nvPr/>
        </p:nvSpPr>
        <p:spPr>
          <a:xfrm xmlns:a="http://schemas.openxmlformats.org/drawingml/2006/main">
            <a:off x="7381875" y="33480375"/>
            <a:ext cx="4191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0">
                <a:solidFill>
                  <a:srgbClr val="122B3D"/>
                </a:solidFill>
                <a:latin typeface="Arial"/>
                <a:ea typeface="Arial"/>
                <a:cs typeface="Arial"/>
              </a:defRPr>
            </a:defPPr>
            <a:lvl1pPr>
              <a:defRPr sz="1275" b="0">
                <a:solidFill>
                  <a:srgbClr val="122B3D"/>
                </a:solidFill>
                <a:latin typeface="Arial"/>
                <a:ea typeface="Arial"/>
                <a:cs typeface="Arial"/>
              </a:defRPr>
            </a:lvl1pPr>
            <a:lvl2pPr>
              <a:defRPr sz="1275" b="0">
                <a:solidFill>
                  <a:srgbClr val="122B3D"/>
                </a:solidFill>
                <a:latin typeface="Arial"/>
                <a:ea typeface="Arial"/>
                <a:cs typeface="Arial"/>
              </a:defRPr>
            </a:lvl2pPr>
            <a:lvl3pPr>
              <a:defRPr sz="1275" b="0">
                <a:solidFill>
                  <a:srgbClr val="122B3D"/>
                </a:solidFill>
                <a:latin typeface="Arial"/>
                <a:ea typeface="Arial"/>
                <a:cs typeface="Arial"/>
              </a:defRPr>
            </a:lvl3pPr>
            <a:lvl4pPr>
              <a:defRPr sz="1275" b="0">
                <a:solidFill>
                  <a:srgbClr val="122B3D"/>
                </a:solidFill>
                <a:latin typeface="Arial"/>
                <a:ea typeface="Arial"/>
                <a:cs typeface="Arial"/>
              </a:defRPr>
            </a:lvl4pPr>
            <a:lvl5pPr>
              <a:defRPr sz="1275" b="0">
                <a:solidFill>
                  <a:srgbClr val="122B3D"/>
                </a:solidFill>
                <a:latin typeface="Arial"/>
                <a:ea typeface="Arial"/>
                <a:cs typeface="Arial"/>
              </a:defRPr>
            </a:lvl5pPr>
            <a:lvl6pPr>
              <a:defRPr sz="1275" b="0">
                <a:solidFill>
                  <a:srgbClr val="122B3D"/>
                </a:solidFill>
                <a:latin typeface="Arial"/>
                <a:ea typeface="Arial"/>
                <a:cs typeface="Arial"/>
              </a:defRPr>
            </a:lvl6pPr>
            <a:lvl7pPr>
              <a:defRPr sz="1275" b="0">
                <a:solidFill>
                  <a:srgbClr val="122B3D"/>
                </a:solidFill>
                <a:latin typeface="Arial"/>
                <a:ea typeface="Arial"/>
                <a:cs typeface="Arial"/>
              </a:defRPr>
            </a:lvl7pPr>
            <a:lvl8pPr>
              <a:defRPr sz="1275" b="0">
                <a:solidFill>
                  <a:srgbClr val="122B3D"/>
                </a:solidFill>
                <a:latin typeface="Arial"/>
                <a:ea typeface="Arial"/>
                <a:cs typeface="Arial"/>
              </a:defRPr>
            </a:lvl8pPr>
            <a:lvl9pPr>
              <a:defRPr sz="1275" b="0">
                <a:solidFill>
                  <a:srgbClr val="122B3D"/>
                </a:solidFill>
                <a:latin typeface="Arial"/>
                <a:ea typeface="Arial"/>
                <a:cs typeface="Arial"/>
              </a:defRPr>
            </a:lvl9pPr>
          </a:lstStyle>
          <a:p xmlns:a="http://schemas.openxmlformats.org/drawingml/2006/main">
            <a:pPr>
              <a:defRPr sz="1275" b="0">
                <a:solidFill>
                  <a:srgbClr val="122B3D"/>
                </a:solidFill>
                <a:latin typeface="Arial"/>
                <a:ea typeface="Arial"/>
                <a:cs typeface="Arial"/>
              </a:defRPr>
            </a:pPr>
            <a:r>
              <a:rPr sz="1275" b="0">
                <a:solidFill>
                  <a:srgbClr val="122B3D"/>
                </a:solidFill>
                <a:latin typeface="Arial"/>
                <a:ea typeface="Arial"/>
                <a:cs typeface="Arial"/>
              </a:rPr>
              <a:t>Dense baseline</a:t>
            </a:r>
          </a:p>
        </p:txBody>
      </p:sp>
      <p:sp>
        <p:nvSpPr>
          <p:cNvPr id="117" name="">
            <a:extLst xmlns:a="http://schemas.openxmlformats.org/drawingml/2006/main">
              <a:ext uri="{FF2B5EF4-FFF2-40B4-BE49-F238E27FC236}">
                <a16:creationId xmlns:a16="http://schemas.microsoft.com/office/drawing/2014/main" id="{166475FA-B383-4A8B-A4A8-180BF4494ED4}"/>
              </a:ext>
            </a:extLst>
          </p:cNvPr>
          <p:cNvSpPr>
            <a:spLocks xmlns:a="http://schemas.openxmlformats.org/drawingml/2006/main" noGrp="1"/>
          </p:cNvSpPr>
          <p:nvPr/>
        </p:nvSpPr>
        <p:spPr>
          <a:xfrm xmlns:a="http://schemas.openxmlformats.org/drawingml/2006/main">
            <a:off x="11668125" y="33413700"/>
            <a:ext cx="4476750" cy="876300"/>
          </a:xfrm>
          <a:prstGeom xmlns:a="http://schemas.openxmlformats.org/drawingml/2006/main" prst="rect">
            <a:avLst/>
          </a:prstGeom>
          <a:solidFill xmlns:a="http://schemas.openxmlformats.org/drawingml/2006/main">
            <a:srgbClr val="EAF5F8"/>
          </a:solidFill>
          <a:ln xmlns:a="http://schemas.openxmlformats.org/drawingml/2006/main" w="9525">
            <a:solidFill>
              <a:srgbClr val="BDD6DE"/>
            </a:solidFill>
            <a:prstDash val="solid"/>
          </a:ln>
        </p:spPr>
      </p:sp>
      <p:sp>
        <p:nvSpPr>
          <p:cNvPr id="118" name="">
            <a:extLst xmlns:a="http://schemas.openxmlformats.org/drawingml/2006/main">
              <a:ext uri="{FF2B5EF4-FFF2-40B4-BE49-F238E27FC236}">
                <a16:creationId xmlns:a16="http://schemas.microsoft.com/office/drawing/2014/main" id="{D9792579-4CF0-476C-9C8A-0FEF1D741E12}"/>
              </a:ext>
            </a:extLst>
          </p:cNvPr>
          <p:cNvSpPr>
            <a:spLocks xmlns:a="http://schemas.openxmlformats.org/drawingml/2006/main" noGrp="1"/>
          </p:cNvSpPr>
          <p:nvPr/>
        </p:nvSpPr>
        <p:spPr>
          <a:xfrm xmlns:a="http://schemas.openxmlformats.org/drawingml/2006/main">
            <a:off x="11763375" y="33480375"/>
            <a:ext cx="4286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0">
                <a:solidFill>
                  <a:srgbClr val="122B3D"/>
                </a:solidFill>
                <a:latin typeface="Arial"/>
                <a:ea typeface="Arial"/>
                <a:cs typeface="Arial"/>
              </a:defRPr>
            </a:defPPr>
            <a:lvl1pPr>
              <a:defRPr sz="1275" b="0">
                <a:solidFill>
                  <a:srgbClr val="122B3D"/>
                </a:solidFill>
                <a:latin typeface="Arial"/>
                <a:ea typeface="Arial"/>
                <a:cs typeface="Arial"/>
              </a:defRPr>
            </a:lvl1pPr>
            <a:lvl2pPr>
              <a:defRPr sz="1275" b="0">
                <a:solidFill>
                  <a:srgbClr val="122B3D"/>
                </a:solidFill>
                <a:latin typeface="Arial"/>
                <a:ea typeface="Arial"/>
                <a:cs typeface="Arial"/>
              </a:defRPr>
            </a:lvl2pPr>
            <a:lvl3pPr>
              <a:defRPr sz="1275" b="0">
                <a:solidFill>
                  <a:srgbClr val="122B3D"/>
                </a:solidFill>
                <a:latin typeface="Arial"/>
                <a:ea typeface="Arial"/>
                <a:cs typeface="Arial"/>
              </a:defRPr>
            </a:lvl3pPr>
            <a:lvl4pPr>
              <a:defRPr sz="1275" b="0">
                <a:solidFill>
                  <a:srgbClr val="122B3D"/>
                </a:solidFill>
                <a:latin typeface="Arial"/>
                <a:ea typeface="Arial"/>
                <a:cs typeface="Arial"/>
              </a:defRPr>
            </a:lvl4pPr>
            <a:lvl5pPr>
              <a:defRPr sz="1275" b="0">
                <a:solidFill>
                  <a:srgbClr val="122B3D"/>
                </a:solidFill>
                <a:latin typeface="Arial"/>
                <a:ea typeface="Arial"/>
                <a:cs typeface="Arial"/>
              </a:defRPr>
            </a:lvl5pPr>
            <a:lvl6pPr>
              <a:defRPr sz="1275" b="0">
                <a:solidFill>
                  <a:srgbClr val="122B3D"/>
                </a:solidFill>
                <a:latin typeface="Arial"/>
                <a:ea typeface="Arial"/>
                <a:cs typeface="Arial"/>
              </a:defRPr>
            </a:lvl6pPr>
            <a:lvl7pPr>
              <a:defRPr sz="1275" b="0">
                <a:solidFill>
                  <a:srgbClr val="122B3D"/>
                </a:solidFill>
                <a:latin typeface="Arial"/>
                <a:ea typeface="Arial"/>
                <a:cs typeface="Arial"/>
              </a:defRPr>
            </a:lvl7pPr>
            <a:lvl8pPr>
              <a:defRPr sz="1275" b="0">
                <a:solidFill>
                  <a:srgbClr val="122B3D"/>
                </a:solidFill>
                <a:latin typeface="Arial"/>
                <a:ea typeface="Arial"/>
                <a:cs typeface="Arial"/>
              </a:defRPr>
            </a:lvl8pPr>
            <a:lvl9pPr>
              <a:defRPr sz="1275" b="0">
                <a:solidFill>
                  <a:srgbClr val="122B3D"/>
                </a:solidFill>
                <a:latin typeface="Arial"/>
                <a:ea typeface="Arial"/>
                <a:cs typeface="Arial"/>
              </a:defRPr>
            </a:lvl9pPr>
          </a:lstStyle>
          <a:p xmlns:a="http://schemas.openxmlformats.org/drawingml/2006/main">
            <a:pPr>
              <a:defRPr sz="1275" b="0">
                <a:solidFill>
                  <a:srgbClr val="122B3D"/>
                </a:solidFill>
                <a:latin typeface="Arial"/>
                <a:ea typeface="Arial"/>
                <a:cs typeface="Arial"/>
              </a:defRPr>
            </a:pPr>
            <a:r>
              <a:rPr sz="1275" b="0">
                <a:solidFill>
                  <a:srgbClr val="122B3D"/>
                </a:solidFill>
                <a:latin typeface="Arial"/>
                <a:ea typeface="Arial"/>
                <a:cs typeface="Arial"/>
              </a:rPr>
              <a:t>High parameter count</a:t>
            </a:r>
          </a:p>
        </p:txBody>
      </p:sp>
      <p:sp>
        <p:nvSpPr>
          <p:cNvPr id="119" name="">
            <a:extLst xmlns:a="http://schemas.openxmlformats.org/drawingml/2006/main">
              <a:ext uri="{FF2B5EF4-FFF2-40B4-BE49-F238E27FC236}">
                <a16:creationId xmlns:a16="http://schemas.microsoft.com/office/drawing/2014/main" id="{13D3E4EC-B27D-41F7-AAD7-D9E276E6DB96}"/>
              </a:ext>
            </a:extLst>
          </p:cNvPr>
          <p:cNvSpPr>
            <a:spLocks xmlns:a="http://schemas.openxmlformats.org/drawingml/2006/main" noGrp="1"/>
          </p:cNvSpPr>
          <p:nvPr/>
        </p:nvSpPr>
        <p:spPr>
          <a:xfrm xmlns:a="http://schemas.openxmlformats.org/drawingml/2006/main">
            <a:off x="16602075" y="11287125"/>
            <a:ext cx="12959550" cy="742950"/>
          </a:xfrm>
          <a:prstGeom xmlns:a="http://schemas.openxmlformats.org/drawingml/2006/main" prst="rect">
            <a:avLst/>
          </a:prstGeom>
          <a:solidFill xmlns:a="http://schemas.openxmlformats.org/drawingml/2006/main">
            <a:srgbClr val="0A2C46"/>
          </a:solidFill>
          <a:ln xmlns:a="http://schemas.openxmlformats.org/drawingml/2006/main" w="0">
            <a:solidFill>
              <a:srgbClr val="0A2C46"/>
            </a:solidFill>
            <a:prstDash val="solid"/>
          </a:ln>
        </p:spPr>
      </p:sp>
      <p:sp>
        <p:nvSpPr>
          <p:cNvPr id="120" name="">
            <a:extLst xmlns:a="http://schemas.openxmlformats.org/drawingml/2006/main">
              <a:ext uri="{FF2B5EF4-FFF2-40B4-BE49-F238E27FC236}">
                <a16:creationId xmlns:a16="http://schemas.microsoft.com/office/drawing/2014/main" id="{6C5BC430-A9DC-4E4E-8EC3-F79D3B8FA8C9}"/>
              </a:ext>
            </a:extLst>
          </p:cNvPr>
          <p:cNvSpPr>
            <a:spLocks xmlns:a="http://schemas.openxmlformats.org/drawingml/2006/main" noGrp="1"/>
          </p:cNvSpPr>
          <p:nvPr/>
        </p:nvSpPr>
        <p:spPr>
          <a:xfrm xmlns:a="http://schemas.openxmlformats.org/drawingml/2006/main">
            <a:off x="16773525" y="11382375"/>
            <a:ext cx="57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2100" b="1">
                <a:solidFill>
                  <a:srgbClr val="16BFD0"/>
                </a:solidFill>
                <a:latin typeface="Arial"/>
                <a:ea typeface="Arial"/>
                <a:cs typeface="Arial"/>
              </a:defRPr>
            </a:defPPr>
            <a:lvl1pPr>
              <a:defRPr sz="2100" b="1">
                <a:solidFill>
                  <a:srgbClr val="16BFD0"/>
                </a:solidFill>
                <a:latin typeface="Arial"/>
                <a:ea typeface="Arial"/>
                <a:cs typeface="Arial"/>
              </a:defRPr>
            </a:lvl1pPr>
            <a:lvl2pPr>
              <a:defRPr sz="2100" b="1">
                <a:solidFill>
                  <a:srgbClr val="16BFD0"/>
                </a:solidFill>
                <a:latin typeface="Arial"/>
                <a:ea typeface="Arial"/>
                <a:cs typeface="Arial"/>
              </a:defRPr>
            </a:lvl2pPr>
            <a:lvl3pPr>
              <a:defRPr sz="2100" b="1">
                <a:solidFill>
                  <a:srgbClr val="16BFD0"/>
                </a:solidFill>
                <a:latin typeface="Arial"/>
                <a:ea typeface="Arial"/>
                <a:cs typeface="Arial"/>
              </a:defRPr>
            </a:lvl3pPr>
            <a:lvl4pPr>
              <a:defRPr sz="2100" b="1">
                <a:solidFill>
                  <a:srgbClr val="16BFD0"/>
                </a:solidFill>
                <a:latin typeface="Arial"/>
                <a:ea typeface="Arial"/>
                <a:cs typeface="Arial"/>
              </a:defRPr>
            </a:lvl4pPr>
            <a:lvl5pPr>
              <a:defRPr sz="2100" b="1">
                <a:solidFill>
                  <a:srgbClr val="16BFD0"/>
                </a:solidFill>
                <a:latin typeface="Arial"/>
                <a:ea typeface="Arial"/>
                <a:cs typeface="Arial"/>
              </a:defRPr>
            </a:lvl5pPr>
            <a:lvl6pPr>
              <a:defRPr sz="2100" b="1">
                <a:solidFill>
                  <a:srgbClr val="16BFD0"/>
                </a:solidFill>
                <a:latin typeface="Arial"/>
                <a:ea typeface="Arial"/>
                <a:cs typeface="Arial"/>
              </a:defRPr>
            </a:lvl6pPr>
            <a:lvl7pPr>
              <a:defRPr sz="2100" b="1">
                <a:solidFill>
                  <a:srgbClr val="16BFD0"/>
                </a:solidFill>
                <a:latin typeface="Arial"/>
                <a:ea typeface="Arial"/>
                <a:cs typeface="Arial"/>
              </a:defRPr>
            </a:lvl7pPr>
            <a:lvl8pPr>
              <a:defRPr sz="2100" b="1">
                <a:solidFill>
                  <a:srgbClr val="16BFD0"/>
                </a:solidFill>
                <a:latin typeface="Arial"/>
                <a:ea typeface="Arial"/>
                <a:cs typeface="Arial"/>
              </a:defRPr>
            </a:lvl8pPr>
            <a:lvl9pPr>
              <a:defRPr sz="2100" b="1">
                <a:solidFill>
                  <a:srgbClr val="16BFD0"/>
                </a:solidFill>
                <a:latin typeface="Arial"/>
                <a:ea typeface="Arial"/>
                <a:cs typeface="Arial"/>
              </a:defRPr>
            </a:lvl9pPr>
          </a:lstStyle>
          <a:p xmlns:a="http://schemas.openxmlformats.org/drawingml/2006/main">
            <a:pPr>
              <a:defRPr sz="2100" b="1">
                <a:solidFill>
                  <a:srgbClr val="16BFD0"/>
                </a:solidFill>
                <a:latin typeface="Arial"/>
                <a:ea typeface="Arial"/>
                <a:cs typeface="Arial"/>
              </a:defRPr>
            </a:pPr>
            <a:r>
              <a:rPr sz="2100" b="1">
                <a:solidFill>
                  <a:srgbClr val="16BFD0"/>
                </a:solidFill>
                <a:latin typeface="Arial"/>
                <a:ea typeface="Arial"/>
                <a:cs typeface="Arial"/>
              </a:rPr>
              <a:t>04</a:t>
            </a:r>
          </a:p>
        </p:txBody>
      </p:sp>
      <p:sp>
        <p:nvSpPr>
          <p:cNvPr id="121" name="">
            <a:extLst xmlns:a="http://schemas.openxmlformats.org/drawingml/2006/main">
              <a:ext uri="{FF2B5EF4-FFF2-40B4-BE49-F238E27FC236}">
                <a16:creationId xmlns:a16="http://schemas.microsoft.com/office/drawing/2014/main" id="{D2321590-621C-4D82-8540-2D802FE94973}"/>
              </a:ext>
            </a:extLst>
          </p:cNvPr>
          <p:cNvSpPr>
            <a:spLocks xmlns:a="http://schemas.openxmlformats.org/drawingml/2006/main" noGrp="1"/>
          </p:cNvSpPr>
          <p:nvPr/>
        </p:nvSpPr>
        <p:spPr>
          <a:xfrm xmlns:a="http://schemas.openxmlformats.org/drawingml/2006/main">
            <a:off x="17383125" y="11363325"/>
            <a:ext cx="12007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System architecture and data contracts</a:t>
            </a:r>
          </a:p>
        </p:txBody>
      </p:sp>
      <p:sp>
        <p:nvSpPr>
          <p:cNvPr id="122" name="">
            <a:extLst xmlns:a="http://schemas.openxmlformats.org/drawingml/2006/main">
              <a:ext uri="{FF2B5EF4-FFF2-40B4-BE49-F238E27FC236}">
                <a16:creationId xmlns:a16="http://schemas.microsoft.com/office/drawing/2014/main" id="{8A2618E5-4527-4A82-A74A-E171AEE7C86A}"/>
              </a:ext>
            </a:extLst>
          </p:cNvPr>
          <p:cNvSpPr>
            <a:spLocks xmlns:a="http://schemas.openxmlformats.org/drawingml/2006/main" noGrp="1"/>
          </p:cNvSpPr>
          <p:nvPr/>
        </p:nvSpPr>
        <p:spPr>
          <a:xfrm xmlns:a="http://schemas.openxmlformats.org/drawingml/2006/main">
            <a:off x="16602075" y="12030075"/>
            <a:ext cx="12959550" cy="4762500"/>
          </a:xfrm>
          <a:prstGeom xmlns:a="http://schemas.openxmlformats.org/drawingml/2006/main" prst="rect">
            <a:avLst/>
          </a:prstGeom>
          <a:solidFill xmlns:a="http://schemas.openxmlformats.org/drawingml/2006/main">
            <a:srgbClr val="FFFFFF"/>
          </a:solidFill>
          <a:ln xmlns:a="http://schemas.openxmlformats.org/drawingml/2006/main" w="19050">
            <a:solidFill>
              <a:srgbClr val="BDD6DE"/>
            </a:solidFill>
            <a:prstDash val="solid"/>
          </a:ln>
        </p:spPr>
      </p:sp>
      <p:sp>
        <p:nvSpPr>
          <p:cNvPr id="123" name="">
            <a:extLst xmlns:a="http://schemas.openxmlformats.org/drawingml/2006/main">
              <a:ext uri="{FF2B5EF4-FFF2-40B4-BE49-F238E27FC236}">
                <a16:creationId xmlns:a16="http://schemas.microsoft.com/office/drawing/2014/main" id="{D79C4726-BF0E-4344-828D-6891F1E9F108}"/>
              </a:ext>
            </a:extLst>
          </p:cNvPr>
          <p:cNvSpPr>
            <a:spLocks xmlns:a="http://schemas.openxmlformats.org/drawingml/2006/main" noGrp="1"/>
          </p:cNvSpPr>
          <p:nvPr/>
        </p:nvSpPr>
        <p:spPr>
          <a:xfrm xmlns:a="http://schemas.openxmlformats.org/drawingml/2006/main">
            <a:off x="16773525" y="12220575"/>
            <a:ext cx="6222600" cy="1352550"/>
          </a:xfrm>
          <a:prstGeom xmlns:a="http://schemas.openxmlformats.org/drawingml/2006/main" prst="rect">
            <a:avLst/>
          </a:prstGeom>
          <a:solidFill xmlns:a="http://schemas.openxmlformats.org/drawingml/2006/main">
            <a:srgbClr val="EAF5F8"/>
          </a:solidFill>
          <a:ln xmlns:a="http://schemas.openxmlformats.org/drawingml/2006/main" w="19050">
            <a:solidFill>
              <a:srgbClr val="009BB5"/>
            </a:solidFill>
            <a:prstDash val="solid"/>
          </a:ln>
        </p:spPr>
      </p:sp>
      <p:sp>
        <p:nvSpPr>
          <p:cNvPr id="124" name="">
            <a:extLst xmlns:a="http://schemas.openxmlformats.org/drawingml/2006/main">
              <a:ext uri="{FF2B5EF4-FFF2-40B4-BE49-F238E27FC236}">
                <a16:creationId xmlns:a16="http://schemas.microsoft.com/office/drawing/2014/main" id="{9C4FC750-74F5-41AA-AA32-BA76F08F269F}"/>
              </a:ext>
            </a:extLst>
          </p:cNvPr>
          <p:cNvSpPr>
            <a:spLocks xmlns:a="http://schemas.openxmlformats.org/drawingml/2006/main" noGrp="1"/>
          </p:cNvSpPr>
          <p:nvPr/>
        </p:nvSpPr>
        <p:spPr>
          <a:xfrm xmlns:a="http://schemas.openxmlformats.org/drawingml/2006/main">
            <a:off x="16887825" y="12296775"/>
            <a:ext cx="599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425" b="1">
                <a:solidFill>
                  <a:srgbClr val="0A2C46"/>
                </a:solidFill>
                <a:latin typeface="Arial"/>
                <a:ea typeface="Arial"/>
                <a:cs typeface="Arial"/>
              </a:defRPr>
            </a:defPPr>
            <a:lvl1pPr>
              <a:defRPr sz="1425" b="1">
                <a:solidFill>
                  <a:srgbClr val="0A2C46"/>
                </a:solidFill>
                <a:latin typeface="Arial"/>
                <a:ea typeface="Arial"/>
                <a:cs typeface="Arial"/>
              </a:defRPr>
            </a:lvl1pPr>
            <a:lvl2pPr>
              <a:defRPr sz="1425" b="1">
                <a:solidFill>
                  <a:srgbClr val="0A2C46"/>
                </a:solidFill>
                <a:latin typeface="Arial"/>
                <a:ea typeface="Arial"/>
                <a:cs typeface="Arial"/>
              </a:defRPr>
            </a:lvl2pPr>
            <a:lvl3pPr>
              <a:defRPr sz="1425" b="1">
                <a:solidFill>
                  <a:srgbClr val="0A2C46"/>
                </a:solidFill>
                <a:latin typeface="Arial"/>
                <a:ea typeface="Arial"/>
                <a:cs typeface="Arial"/>
              </a:defRPr>
            </a:lvl3pPr>
            <a:lvl4pPr>
              <a:defRPr sz="1425" b="1">
                <a:solidFill>
                  <a:srgbClr val="0A2C46"/>
                </a:solidFill>
                <a:latin typeface="Arial"/>
                <a:ea typeface="Arial"/>
                <a:cs typeface="Arial"/>
              </a:defRPr>
            </a:lvl4pPr>
            <a:lvl5pPr>
              <a:defRPr sz="1425" b="1">
                <a:solidFill>
                  <a:srgbClr val="0A2C46"/>
                </a:solidFill>
                <a:latin typeface="Arial"/>
                <a:ea typeface="Arial"/>
                <a:cs typeface="Arial"/>
              </a:defRPr>
            </a:lvl5pPr>
            <a:lvl6pPr>
              <a:defRPr sz="1425" b="1">
                <a:solidFill>
                  <a:srgbClr val="0A2C46"/>
                </a:solidFill>
                <a:latin typeface="Arial"/>
                <a:ea typeface="Arial"/>
                <a:cs typeface="Arial"/>
              </a:defRPr>
            </a:lvl6pPr>
            <a:lvl7pPr>
              <a:defRPr sz="1425" b="1">
                <a:solidFill>
                  <a:srgbClr val="0A2C46"/>
                </a:solidFill>
                <a:latin typeface="Arial"/>
                <a:ea typeface="Arial"/>
                <a:cs typeface="Arial"/>
              </a:defRPr>
            </a:lvl7pPr>
            <a:lvl8pPr>
              <a:defRPr sz="1425" b="1">
                <a:solidFill>
                  <a:srgbClr val="0A2C46"/>
                </a:solidFill>
                <a:latin typeface="Arial"/>
                <a:ea typeface="Arial"/>
                <a:cs typeface="Arial"/>
              </a:defRPr>
            </a:lvl8pPr>
            <a:lvl9pPr>
              <a:defRPr sz="1425" b="1">
                <a:solidFill>
                  <a:srgbClr val="0A2C46"/>
                </a:solidFill>
                <a:latin typeface="Arial"/>
                <a:ea typeface="Arial"/>
                <a:cs typeface="Arial"/>
              </a:defRPr>
            </a:lvl9pPr>
          </a:lstStyle>
          <a:p xmlns:a="http://schemas.openxmlformats.org/drawingml/2006/main">
            <a:pPr>
              <a:defRPr sz="1425" b="1">
                <a:solidFill>
                  <a:srgbClr val="0A2C46"/>
                </a:solidFill>
                <a:latin typeface="Arial"/>
                <a:ea typeface="Arial"/>
                <a:cs typeface="Arial"/>
              </a:defRPr>
            </a:pPr>
            <a:r>
              <a:rPr sz="1425" b="1">
                <a:solidFill>
                  <a:srgbClr val="0A2C46"/>
                </a:solidFill>
                <a:latin typeface="Arial"/>
                <a:ea typeface="Arial"/>
                <a:cs typeface="Arial"/>
              </a:rPr>
              <a:t>Next.js / TypeScript client</a:t>
            </a:r>
          </a:p>
        </p:txBody>
      </p:sp>
      <p:sp>
        <p:nvSpPr>
          <p:cNvPr id="125" name="">
            <a:extLst xmlns:a="http://schemas.openxmlformats.org/drawingml/2006/main">
              <a:ext uri="{FF2B5EF4-FFF2-40B4-BE49-F238E27FC236}">
                <a16:creationId xmlns:a16="http://schemas.microsoft.com/office/drawing/2014/main" id="{D7285F51-ADA5-4A9D-9B7C-FF6186B95AAC}"/>
              </a:ext>
            </a:extLst>
          </p:cNvPr>
          <p:cNvSpPr>
            <a:spLocks xmlns:a="http://schemas.openxmlformats.org/drawingml/2006/main" noGrp="1"/>
          </p:cNvSpPr>
          <p:nvPr/>
        </p:nvSpPr>
        <p:spPr>
          <a:xfrm xmlns:a="http://schemas.openxmlformats.org/drawingml/2006/main">
            <a:off x="16887825" y="12696825"/>
            <a:ext cx="5994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22B3D"/>
                </a:solidFill>
                <a:latin typeface="Arial"/>
                <a:ea typeface="Arial"/>
                <a:cs typeface="Arial"/>
              </a:defRPr>
            </a:defPPr>
            <a:lvl1pPr>
              <a:defRPr sz="1200" b="0">
                <a:solidFill>
                  <a:srgbClr val="122B3D"/>
                </a:solidFill>
                <a:latin typeface="Arial"/>
                <a:ea typeface="Arial"/>
                <a:cs typeface="Arial"/>
              </a:defRPr>
            </a:lvl1pPr>
            <a:lvl2pPr>
              <a:defRPr sz="1200" b="0">
                <a:solidFill>
                  <a:srgbClr val="122B3D"/>
                </a:solidFill>
                <a:latin typeface="Arial"/>
                <a:ea typeface="Arial"/>
                <a:cs typeface="Arial"/>
              </a:defRPr>
            </a:lvl2pPr>
            <a:lvl3pPr>
              <a:defRPr sz="1200" b="0">
                <a:solidFill>
                  <a:srgbClr val="122B3D"/>
                </a:solidFill>
                <a:latin typeface="Arial"/>
                <a:ea typeface="Arial"/>
                <a:cs typeface="Arial"/>
              </a:defRPr>
            </a:lvl3pPr>
            <a:lvl4pPr>
              <a:defRPr sz="1200" b="0">
                <a:solidFill>
                  <a:srgbClr val="122B3D"/>
                </a:solidFill>
                <a:latin typeface="Arial"/>
                <a:ea typeface="Arial"/>
                <a:cs typeface="Arial"/>
              </a:defRPr>
            </a:lvl4pPr>
            <a:lvl5pPr>
              <a:defRPr sz="1200" b="0">
                <a:solidFill>
                  <a:srgbClr val="122B3D"/>
                </a:solidFill>
                <a:latin typeface="Arial"/>
                <a:ea typeface="Arial"/>
                <a:cs typeface="Arial"/>
              </a:defRPr>
            </a:lvl5pPr>
            <a:lvl6pPr>
              <a:defRPr sz="1200" b="0">
                <a:solidFill>
                  <a:srgbClr val="122B3D"/>
                </a:solidFill>
                <a:latin typeface="Arial"/>
                <a:ea typeface="Arial"/>
                <a:cs typeface="Arial"/>
              </a:defRPr>
            </a:lvl6pPr>
            <a:lvl7pPr>
              <a:defRPr sz="1200" b="0">
                <a:solidFill>
                  <a:srgbClr val="122B3D"/>
                </a:solidFill>
                <a:latin typeface="Arial"/>
                <a:ea typeface="Arial"/>
                <a:cs typeface="Arial"/>
              </a:defRPr>
            </a:lvl7pPr>
            <a:lvl8pPr>
              <a:defRPr sz="1200" b="0">
                <a:solidFill>
                  <a:srgbClr val="122B3D"/>
                </a:solidFill>
                <a:latin typeface="Arial"/>
                <a:ea typeface="Arial"/>
                <a:cs typeface="Arial"/>
              </a:defRPr>
            </a:lvl8pPr>
            <a:lvl9pPr>
              <a:defRPr sz="1200" b="0">
                <a:solidFill>
                  <a:srgbClr val="122B3D"/>
                </a:solidFill>
                <a:latin typeface="Arial"/>
                <a:ea typeface="Arial"/>
                <a:cs typeface="Arial"/>
              </a:defRPr>
            </a:lvl9pPr>
          </a:lstStyle>
          <a:p xmlns:a="http://schemas.openxmlformats.org/drawingml/2006/main">
            <a:pPr>
              <a:defRPr sz="1200" b="0">
                <a:solidFill>
                  <a:srgbClr val="122B3D"/>
                </a:solidFill>
                <a:latin typeface="Arial"/>
                <a:ea typeface="Arial"/>
                <a:cs typeface="Arial"/>
              </a:defRPr>
            </a:pPr>
            <a:r>
              <a:rPr sz="1200" b="0">
                <a:solidFill>
                  <a:srgbClr val="122B3D"/>
                </a:solidFill>
                <a:latin typeface="Arial"/>
                <a:ea typeface="Arial"/>
                <a:cs typeface="Arial"/>
              </a:rPr>
              <a:t>Manual form, FITS upload, 3D exploration and results interface.</a:t>
            </a:r>
          </a:p>
        </p:txBody>
      </p:sp>
      <p:sp>
        <p:nvSpPr>
          <p:cNvPr id="126" name="">
            <a:extLst xmlns:a="http://schemas.openxmlformats.org/drawingml/2006/main">
              <a:ext uri="{FF2B5EF4-FFF2-40B4-BE49-F238E27FC236}">
                <a16:creationId xmlns:a16="http://schemas.microsoft.com/office/drawing/2014/main" id="{20F0EB06-16C6-4902-BB60-7AFDCAE31F8B}"/>
              </a:ext>
            </a:extLst>
          </p:cNvPr>
          <p:cNvSpPr>
            <a:spLocks xmlns:a="http://schemas.openxmlformats.org/drawingml/2006/main" noGrp="1"/>
          </p:cNvSpPr>
          <p:nvPr/>
        </p:nvSpPr>
        <p:spPr>
          <a:xfrm xmlns:a="http://schemas.openxmlformats.org/drawingml/2006/main">
            <a:off x="23253300" y="12220575"/>
            <a:ext cx="6222600" cy="1352550"/>
          </a:xfrm>
          <a:prstGeom xmlns:a="http://schemas.openxmlformats.org/drawingml/2006/main" prst="rect">
            <a:avLst/>
          </a:prstGeom>
          <a:solidFill xmlns:a="http://schemas.openxmlformats.org/drawingml/2006/main">
            <a:srgbClr val="EAF5F8"/>
          </a:solidFill>
          <a:ln xmlns:a="http://schemas.openxmlformats.org/drawingml/2006/main" w="19050">
            <a:solidFill>
              <a:srgbClr val="009BB5"/>
            </a:solidFill>
            <a:prstDash val="solid"/>
          </a:ln>
        </p:spPr>
      </p:sp>
      <p:sp>
        <p:nvSpPr>
          <p:cNvPr id="127" name="">
            <a:extLst xmlns:a="http://schemas.openxmlformats.org/drawingml/2006/main">
              <a:ext uri="{FF2B5EF4-FFF2-40B4-BE49-F238E27FC236}">
                <a16:creationId xmlns:a16="http://schemas.microsoft.com/office/drawing/2014/main" id="{B5908500-82ED-4B0E-925D-98B45493BA78}"/>
              </a:ext>
            </a:extLst>
          </p:cNvPr>
          <p:cNvSpPr>
            <a:spLocks xmlns:a="http://schemas.openxmlformats.org/drawingml/2006/main" noGrp="1"/>
          </p:cNvSpPr>
          <p:nvPr/>
        </p:nvSpPr>
        <p:spPr>
          <a:xfrm xmlns:a="http://schemas.openxmlformats.org/drawingml/2006/main">
            <a:off x="23367600" y="12296775"/>
            <a:ext cx="599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425" b="1">
                <a:solidFill>
                  <a:srgbClr val="0A2C46"/>
                </a:solidFill>
                <a:latin typeface="Arial"/>
                <a:ea typeface="Arial"/>
                <a:cs typeface="Arial"/>
              </a:defRPr>
            </a:defPPr>
            <a:lvl1pPr>
              <a:defRPr sz="1425" b="1">
                <a:solidFill>
                  <a:srgbClr val="0A2C46"/>
                </a:solidFill>
                <a:latin typeface="Arial"/>
                <a:ea typeface="Arial"/>
                <a:cs typeface="Arial"/>
              </a:defRPr>
            </a:lvl1pPr>
            <a:lvl2pPr>
              <a:defRPr sz="1425" b="1">
                <a:solidFill>
                  <a:srgbClr val="0A2C46"/>
                </a:solidFill>
                <a:latin typeface="Arial"/>
                <a:ea typeface="Arial"/>
                <a:cs typeface="Arial"/>
              </a:defRPr>
            </a:lvl2pPr>
            <a:lvl3pPr>
              <a:defRPr sz="1425" b="1">
                <a:solidFill>
                  <a:srgbClr val="0A2C46"/>
                </a:solidFill>
                <a:latin typeface="Arial"/>
                <a:ea typeface="Arial"/>
                <a:cs typeface="Arial"/>
              </a:defRPr>
            </a:lvl3pPr>
            <a:lvl4pPr>
              <a:defRPr sz="1425" b="1">
                <a:solidFill>
                  <a:srgbClr val="0A2C46"/>
                </a:solidFill>
                <a:latin typeface="Arial"/>
                <a:ea typeface="Arial"/>
                <a:cs typeface="Arial"/>
              </a:defRPr>
            </a:lvl4pPr>
            <a:lvl5pPr>
              <a:defRPr sz="1425" b="1">
                <a:solidFill>
                  <a:srgbClr val="0A2C46"/>
                </a:solidFill>
                <a:latin typeface="Arial"/>
                <a:ea typeface="Arial"/>
                <a:cs typeface="Arial"/>
              </a:defRPr>
            </a:lvl5pPr>
            <a:lvl6pPr>
              <a:defRPr sz="1425" b="1">
                <a:solidFill>
                  <a:srgbClr val="0A2C46"/>
                </a:solidFill>
                <a:latin typeface="Arial"/>
                <a:ea typeface="Arial"/>
                <a:cs typeface="Arial"/>
              </a:defRPr>
            </a:lvl6pPr>
            <a:lvl7pPr>
              <a:defRPr sz="1425" b="1">
                <a:solidFill>
                  <a:srgbClr val="0A2C46"/>
                </a:solidFill>
                <a:latin typeface="Arial"/>
                <a:ea typeface="Arial"/>
                <a:cs typeface="Arial"/>
              </a:defRPr>
            </a:lvl7pPr>
            <a:lvl8pPr>
              <a:defRPr sz="1425" b="1">
                <a:solidFill>
                  <a:srgbClr val="0A2C46"/>
                </a:solidFill>
                <a:latin typeface="Arial"/>
                <a:ea typeface="Arial"/>
                <a:cs typeface="Arial"/>
              </a:defRPr>
            </a:lvl8pPr>
            <a:lvl9pPr>
              <a:defRPr sz="1425" b="1">
                <a:solidFill>
                  <a:srgbClr val="0A2C46"/>
                </a:solidFill>
                <a:latin typeface="Arial"/>
                <a:ea typeface="Arial"/>
                <a:cs typeface="Arial"/>
              </a:defRPr>
            </a:lvl9pPr>
          </a:lstStyle>
          <a:p xmlns:a="http://schemas.openxmlformats.org/drawingml/2006/main">
            <a:pPr>
              <a:defRPr sz="1425" b="1">
                <a:solidFill>
                  <a:srgbClr val="0A2C46"/>
                </a:solidFill>
                <a:latin typeface="Arial"/>
                <a:ea typeface="Arial"/>
                <a:cs typeface="Arial"/>
              </a:defRPr>
            </a:pPr>
            <a:r>
              <a:rPr sz="1425" b="1">
                <a:solidFill>
                  <a:srgbClr val="0A2C46"/>
                </a:solidFill>
                <a:latin typeface="Arial"/>
                <a:ea typeface="Arial"/>
                <a:cs typeface="Arial"/>
              </a:rPr>
              <a:t>Next.js API routes</a:t>
            </a:r>
          </a:p>
        </p:txBody>
      </p:sp>
      <p:sp>
        <p:nvSpPr>
          <p:cNvPr id="128" name="">
            <a:extLst xmlns:a="http://schemas.openxmlformats.org/drawingml/2006/main">
              <a:ext uri="{FF2B5EF4-FFF2-40B4-BE49-F238E27FC236}">
                <a16:creationId xmlns:a16="http://schemas.microsoft.com/office/drawing/2014/main" id="{43734517-160A-4D4D-ABD0-4C01476DA180}"/>
              </a:ext>
            </a:extLst>
          </p:cNvPr>
          <p:cNvSpPr>
            <a:spLocks xmlns:a="http://schemas.openxmlformats.org/drawingml/2006/main" noGrp="1"/>
          </p:cNvSpPr>
          <p:nvPr/>
        </p:nvSpPr>
        <p:spPr>
          <a:xfrm xmlns:a="http://schemas.openxmlformats.org/drawingml/2006/main">
            <a:off x="23367600" y="12696825"/>
            <a:ext cx="5994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22B3D"/>
                </a:solidFill>
                <a:latin typeface="Arial"/>
                <a:ea typeface="Arial"/>
                <a:cs typeface="Arial"/>
              </a:defRPr>
            </a:defPPr>
            <a:lvl1pPr>
              <a:defRPr sz="1200" b="0">
                <a:solidFill>
                  <a:srgbClr val="122B3D"/>
                </a:solidFill>
                <a:latin typeface="Arial"/>
                <a:ea typeface="Arial"/>
                <a:cs typeface="Arial"/>
              </a:defRPr>
            </a:lvl1pPr>
            <a:lvl2pPr>
              <a:defRPr sz="1200" b="0">
                <a:solidFill>
                  <a:srgbClr val="122B3D"/>
                </a:solidFill>
                <a:latin typeface="Arial"/>
                <a:ea typeface="Arial"/>
                <a:cs typeface="Arial"/>
              </a:defRPr>
            </a:lvl2pPr>
            <a:lvl3pPr>
              <a:defRPr sz="1200" b="0">
                <a:solidFill>
                  <a:srgbClr val="122B3D"/>
                </a:solidFill>
                <a:latin typeface="Arial"/>
                <a:ea typeface="Arial"/>
                <a:cs typeface="Arial"/>
              </a:defRPr>
            </a:lvl3pPr>
            <a:lvl4pPr>
              <a:defRPr sz="1200" b="0">
                <a:solidFill>
                  <a:srgbClr val="122B3D"/>
                </a:solidFill>
                <a:latin typeface="Arial"/>
                <a:ea typeface="Arial"/>
                <a:cs typeface="Arial"/>
              </a:defRPr>
            </a:lvl4pPr>
            <a:lvl5pPr>
              <a:defRPr sz="1200" b="0">
                <a:solidFill>
                  <a:srgbClr val="122B3D"/>
                </a:solidFill>
                <a:latin typeface="Arial"/>
                <a:ea typeface="Arial"/>
                <a:cs typeface="Arial"/>
              </a:defRPr>
            </a:lvl5pPr>
            <a:lvl6pPr>
              <a:defRPr sz="1200" b="0">
                <a:solidFill>
                  <a:srgbClr val="122B3D"/>
                </a:solidFill>
                <a:latin typeface="Arial"/>
                <a:ea typeface="Arial"/>
                <a:cs typeface="Arial"/>
              </a:defRPr>
            </a:lvl6pPr>
            <a:lvl7pPr>
              <a:defRPr sz="1200" b="0">
                <a:solidFill>
                  <a:srgbClr val="122B3D"/>
                </a:solidFill>
                <a:latin typeface="Arial"/>
                <a:ea typeface="Arial"/>
                <a:cs typeface="Arial"/>
              </a:defRPr>
            </a:lvl7pPr>
            <a:lvl8pPr>
              <a:defRPr sz="1200" b="0">
                <a:solidFill>
                  <a:srgbClr val="122B3D"/>
                </a:solidFill>
                <a:latin typeface="Arial"/>
                <a:ea typeface="Arial"/>
                <a:cs typeface="Arial"/>
              </a:defRPr>
            </a:lvl8pPr>
            <a:lvl9pPr>
              <a:defRPr sz="1200" b="0">
                <a:solidFill>
                  <a:srgbClr val="122B3D"/>
                </a:solidFill>
                <a:latin typeface="Arial"/>
                <a:ea typeface="Arial"/>
                <a:cs typeface="Arial"/>
              </a:defRPr>
            </a:lvl9pPr>
          </a:lstStyle>
          <a:p xmlns:a="http://schemas.openxmlformats.org/drawingml/2006/main">
            <a:pPr>
              <a:defRPr sz="1200" b="0">
                <a:solidFill>
                  <a:srgbClr val="122B3D"/>
                </a:solidFill>
                <a:latin typeface="Arial"/>
                <a:ea typeface="Arial"/>
                <a:cs typeface="Arial"/>
              </a:defRPr>
            </a:pPr>
            <a:r>
              <a:rPr sz="1200" b="0">
                <a:solidFill>
                  <a:srgbClr val="122B3D"/>
                </a:solidFill>
                <a:latin typeface="Arial"/>
                <a:ea typeface="Arial"/>
                <a:cs typeface="Arial"/>
              </a:rPr>
              <a:t>Format measurements and call Gemini 2.5 Pro.</a:t>
            </a:r>
          </a:p>
        </p:txBody>
      </p:sp>
      <p:sp>
        <p:nvSpPr>
          <p:cNvPr id="129" name="">
            <a:extLst xmlns:a="http://schemas.openxmlformats.org/drawingml/2006/main">
              <a:ext uri="{FF2B5EF4-FFF2-40B4-BE49-F238E27FC236}">
                <a16:creationId xmlns:a16="http://schemas.microsoft.com/office/drawing/2014/main" id="{088D08FB-8494-4385-81EC-0D719A2BFD37}"/>
              </a:ext>
            </a:extLst>
          </p:cNvPr>
          <p:cNvSpPr>
            <a:spLocks xmlns:a="http://schemas.openxmlformats.org/drawingml/2006/main" noGrp="1"/>
          </p:cNvSpPr>
          <p:nvPr/>
        </p:nvSpPr>
        <p:spPr>
          <a:xfrm xmlns:a="http://schemas.openxmlformats.org/drawingml/2006/main">
            <a:off x="16773525" y="13744575"/>
            <a:ext cx="6222600" cy="1352550"/>
          </a:xfrm>
          <a:prstGeom xmlns:a="http://schemas.openxmlformats.org/drawingml/2006/main" prst="rect">
            <a:avLst/>
          </a:prstGeom>
          <a:solidFill xmlns:a="http://schemas.openxmlformats.org/drawingml/2006/main">
            <a:srgbClr val="EAF5F8"/>
          </a:solidFill>
          <a:ln xmlns:a="http://schemas.openxmlformats.org/drawingml/2006/main" w="19050">
            <a:solidFill>
              <a:srgbClr val="009BB5"/>
            </a:solidFill>
            <a:prstDash val="solid"/>
          </a:ln>
        </p:spPr>
      </p:sp>
      <p:sp>
        <p:nvSpPr>
          <p:cNvPr id="130" name="">
            <a:extLst xmlns:a="http://schemas.openxmlformats.org/drawingml/2006/main">
              <a:ext uri="{FF2B5EF4-FFF2-40B4-BE49-F238E27FC236}">
                <a16:creationId xmlns:a16="http://schemas.microsoft.com/office/drawing/2014/main" id="{A25BE7DF-13BE-4F90-9F37-C260286CB8ED}"/>
              </a:ext>
            </a:extLst>
          </p:cNvPr>
          <p:cNvSpPr>
            <a:spLocks xmlns:a="http://schemas.openxmlformats.org/drawingml/2006/main" noGrp="1"/>
          </p:cNvSpPr>
          <p:nvPr/>
        </p:nvSpPr>
        <p:spPr>
          <a:xfrm xmlns:a="http://schemas.openxmlformats.org/drawingml/2006/main">
            <a:off x="16887825" y="13820775"/>
            <a:ext cx="599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425" b="1">
                <a:solidFill>
                  <a:srgbClr val="0A2C46"/>
                </a:solidFill>
                <a:latin typeface="Arial"/>
                <a:ea typeface="Arial"/>
                <a:cs typeface="Arial"/>
              </a:defRPr>
            </a:defPPr>
            <a:lvl1pPr>
              <a:defRPr sz="1425" b="1">
                <a:solidFill>
                  <a:srgbClr val="0A2C46"/>
                </a:solidFill>
                <a:latin typeface="Arial"/>
                <a:ea typeface="Arial"/>
                <a:cs typeface="Arial"/>
              </a:defRPr>
            </a:lvl1pPr>
            <a:lvl2pPr>
              <a:defRPr sz="1425" b="1">
                <a:solidFill>
                  <a:srgbClr val="0A2C46"/>
                </a:solidFill>
                <a:latin typeface="Arial"/>
                <a:ea typeface="Arial"/>
                <a:cs typeface="Arial"/>
              </a:defRPr>
            </a:lvl2pPr>
            <a:lvl3pPr>
              <a:defRPr sz="1425" b="1">
                <a:solidFill>
                  <a:srgbClr val="0A2C46"/>
                </a:solidFill>
                <a:latin typeface="Arial"/>
                <a:ea typeface="Arial"/>
                <a:cs typeface="Arial"/>
              </a:defRPr>
            </a:lvl3pPr>
            <a:lvl4pPr>
              <a:defRPr sz="1425" b="1">
                <a:solidFill>
                  <a:srgbClr val="0A2C46"/>
                </a:solidFill>
                <a:latin typeface="Arial"/>
                <a:ea typeface="Arial"/>
                <a:cs typeface="Arial"/>
              </a:defRPr>
            </a:lvl4pPr>
            <a:lvl5pPr>
              <a:defRPr sz="1425" b="1">
                <a:solidFill>
                  <a:srgbClr val="0A2C46"/>
                </a:solidFill>
                <a:latin typeface="Arial"/>
                <a:ea typeface="Arial"/>
                <a:cs typeface="Arial"/>
              </a:defRPr>
            </a:lvl5pPr>
            <a:lvl6pPr>
              <a:defRPr sz="1425" b="1">
                <a:solidFill>
                  <a:srgbClr val="0A2C46"/>
                </a:solidFill>
                <a:latin typeface="Arial"/>
                <a:ea typeface="Arial"/>
                <a:cs typeface="Arial"/>
              </a:defRPr>
            </a:lvl6pPr>
            <a:lvl7pPr>
              <a:defRPr sz="1425" b="1">
                <a:solidFill>
                  <a:srgbClr val="0A2C46"/>
                </a:solidFill>
                <a:latin typeface="Arial"/>
                <a:ea typeface="Arial"/>
                <a:cs typeface="Arial"/>
              </a:defRPr>
            </a:lvl7pPr>
            <a:lvl8pPr>
              <a:defRPr sz="1425" b="1">
                <a:solidFill>
                  <a:srgbClr val="0A2C46"/>
                </a:solidFill>
                <a:latin typeface="Arial"/>
                <a:ea typeface="Arial"/>
                <a:cs typeface="Arial"/>
              </a:defRPr>
            </a:lvl8pPr>
            <a:lvl9pPr>
              <a:defRPr sz="1425" b="1">
                <a:solidFill>
                  <a:srgbClr val="0A2C46"/>
                </a:solidFill>
                <a:latin typeface="Arial"/>
                <a:ea typeface="Arial"/>
                <a:cs typeface="Arial"/>
              </a:defRPr>
            </a:lvl9pPr>
          </a:lstStyle>
          <a:p xmlns:a="http://schemas.openxmlformats.org/drawingml/2006/main">
            <a:pPr>
              <a:defRPr sz="1425" b="1">
                <a:solidFill>
                  <a:srgbClr val="0A2C46"/>
                </a:solidFill>
                <a:latin typeface="Arial"/>
                <a:ea typeface="Arial"/>
                <a:cs typeface="Arial"/>
              </a:defRPr>
            </a:pPr>
            <a:r>
              <a:rPr sz="1425" b="1">
                <a:solidFill>
                  <a:srgbClr val="0A2C46"/>
                </a:solidFill>
                <a:latin typeface="Arial"/>
                <a:ea typeface="Arial"/>
                <a:cs typeface="Arial"/>
              </a:rPr>
              <a:t>Python / Flask service</a:t>
            </a:r>
          </a:p>
        </p:txBody>
      </p:sp>
      <p:sp>
        <p:nvSpPr>
          <p:cNvPr id="131" name="">
            <a:extLst xmlns:a="http://schemas.openxmlformats.org/drawingml/2006/main">
              <a:ext uri="{FF2B5EF4-FFF2-40B4-BE49-F238E27FC236}">
                <a16:creationId xmlns:a16="http://schemas.microsoft.com/office/drawing/2014/main" id="{BF74F544-6401-4145-B056-7DB3374D20E5}"/>
              </a:ext>
            </a:extLst>
          </p:cNvPr>
          <p:cNvSpPr>
            <a:spLocks xmlns:a="http://schemas.openxmlformats.org/drawingml/2006/main" noGrp="1"/>
          </p:cNvSpPr>
          <p:nvPr/>
        </p:nvSpPr>
        <p:spPr>
          <a:xfrm xmlns:a="http://schemas.openxmlformats.org/drawingml/2006/main">
            <a:off x="16887825" y="14220825"/>
            <a:ext cx="5994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22B3D"/>
                </a:solidFill>
                <a:latin typeface="Arial"/>
                <a:ea typeface="Arial"/>
                <a:cs typeface="Arial"/>
              </a:defRPr>
            </a:defPPr>
            <a:lvl1pPr>
              <a:defRPr sz="1200" b="0">
                <a:solidFill>
                  <a:srgbClr val="122B3D"/>
                </a:solidFill>
                <a:latin typeface="Arial"/>
                <a:ea typeface="Arial"/>
                <a:cs typeface="Arial"/>
              </a:defRPr>
            </a:lvl1pPr>
            <a:lvl2pPr>
              <a:defRPr sz="1200" b="0">
                <a:solidFill>
                  <a:srgbClr val="122B3D"/>
                </a:solidFill>
                <a:latin typeface="Arial"/>
                <a:ea typeface="Arial"/>
                <a:cs typeface="Arial"/>
              </a:defRPr>
            </a:lvl2pPr>
            <a:lvl3pPr>
              <a:defRPr sz="1200" b="0">
                <a:solidFill>
                  <a:srgbClr val="122B3D"/>
                </a:solidFill>
                <a:latin typeface="Arial"/>
                <a:ea typeface="Arial"/>
                <a:cs typeface="Arial"/>
              </a:defRPr>
            </a:lvl3pPr>
            <a:lvl4pPr>
              <a:defRPr sz="1200" b="0">
                <a:solidFill>
                  <a:srgbClr val="122B3D"/>
                </a:solidFill>
                <a:latin typeface="Arial"/>
                <a:ea typeface="Arial"/>
                <a:cs typeface="Arial"/>
              </a:defRPr>
            </a:lvl4pPr>
            <a:lvl5pPr>
              <a:defRPr sz="1200" b="0">
                <a:solidFill>
                  <a:srgbClr val="122B3D"/>
                </a:solidFill>
                <a:latin typeface="Arial"/>
                <a:ea typeface="Arial"/>
                <a:cs typeface="Arial"/>
              </a:defRPr>
            </a:lvl5pPr>
            <a:lvl6pPr>
              <a:defRPr sz="1200" b="0">
                <a:solidFill>
                  <a:srgbClr val="122B3D"/>
                </a:solidFill>
                <a:latin typeface="Arial"/>
                <a:ea typeface="Arial"/>
                <a:cs typeface="Arial"/>
              </a:defRPr>
            </a:lvl6pPr>
            <a:lvl7pPr>
              <a:defRPr sz="1200" b="0">
                <a:solidFill>
                  <a:srgbClr val="122B3D"/>
                </a:solidFill>
                <a:latin typeface="Arial"/>
                <a:ea typeface="Arial"/>
                <a:cs typeface="Arial"/>
              </a:defRPr>
            </a:lvl7pPr>
            <a:lvl8pPr>
              <a:defRPr sz="1200" b="0">
                <a:solidFill>
                  <a:srgbClr val="122B3D"/>
                </a:solidFill>
                <a:latin typeface="Arial"/>
                <a:ea typeface="Arial"/>
                <a:cs typeface="Arial"/>
              </a:defRPr>
            </a:lvl8pPr>
            <a:lvl9pPr>
              <a:defRPr sz="1200" b="0">
                <a:solidFill>
                  <a:srgbClr val="122B3D"/>
                </a:solidFill>
                <a:latin typeface="Arial"/>
                <a:ea typeface="Arial"/>
                <a:cs typeface="Arial"/>
              </a:defRPr>
            </a:lvl9pPr>
          </a:lstStyle>
          <a:p xmlns:a="http://schemas.openxmlformats.org/drawingml/2006/main">
            <a:pPr>
              <a:defRPr sz="1200" b="0">
                <a:solidFill>
                  <a:srgbClr val="122B3D"/>
                </a:solidFill>
                <a:latin typeface="Arial"/>
                <a:ea typeface="Arial"/>
                <a:cs typeface="Arial"/>
              </a:defRPr>
            </a:pPr>
            <a:r>
              <a:rPr sz="1200" b="0">
                <a:solidFill>
                  <a:srgbClr val="122B3D"/>
                </a:solidFill>
                <a:latin typeface="Arial"/>
                <a:ea typeface="Arial"/>
                <a:cs typeface="Arial"/>
              </a:rPr>
              <a:t>Parse FITS, normalize, resample, extract features and run RF.</a:t>
            </a:r>
          </a:p>
        </p:txBody>
      </p:sp>
      <p:sp>
        <p:nvSpPr>
          <p:cNvPr id="132" name="">
            <a:extLst xmlns:a="http://schemas.openxmlformats.org/drawingml/2006/main">
              <a:ext uri="{FF2B5EF4-FFF2-40B4-BE49-F238E27FC236}">
                <a16:creationId xmlns:a16="http://schemas.microsoft.com/office/drawing/2014/main" id="{4D160D09-9C04-4960-A130-6A6E4B29DC98}"/>
              </a:ext>
            </a:extLst>
          </p:cNvPr>
          <p:cNvSpPr>
            <a:spLocks xmlns:a="http://schemas.openxmlformats.org/drawingml/2006/main" noGrp="1"/>
          </p:cNvSpPr>
          <p:nvPr/>
        </p:nvSpPr>
        <p:spPr>
          <a:xfrm xmlns:a="http://schemas.openxmlformats.org/drawingml/2006/main">
            <a:off x="23253300" y="13744575"/>
            <a:ext cx="6222600" cy="1352550"/>
          </a:xfrm>
          <a:prstGeom xmlns:a="http://schemas.openxmlformats.org/drawingml/2006/main" prst="rect">
            <a:avLst/>
          </a:prstGeom>
          <a:solidFill xmlns:a="http://schemas.openxmlformats.org/drawingml/2006/main">
            <a:srgbClr val="EAF5F8"/>
          </a:solidFill>
          <a:ln xmlns:a="http://schemas.openxmlformats.org/drawingml/2006/main" w="19050">
            <a:solidFill>
              <a:srgbClr val="009BB5"/>
            </a:solidFill>
            <a:prstDash val="solid"/>
          </a:ln>
        </p:spPr>
      </p:sp>
      <p:sp>
        <p:nvSpPr>
          <p:cNvPr id="133" name="">
            <a:extLst xmlns:a="http://schemas.openxmlformats.org/drawingml/2006/main">
              <a:ext uri="{FF2B5EF4-FFF2-40B4-BE49-F238E27FC236}">
                <a16:creationId xmlns:a16="http://schemas.microsoft.com/office/drawing/2014/main" id="{9973C26C-AB6E-452A-868B-75A571385BEA}"/>
              </a:ext>
            </a:extLst>
          </p:cNvPr>
          <p:cNvSpPr>
            <a:spLocks xmlns:a="http://schemas.openxmlformats.org/drawingml/2006/main" noGrp="1"/>
          </p:cNvSpPr>
          <p:nvPr/>
        </p:nvSpPr>
        <p:spPr>
          <a:xfrm xmlns:a="http://schemas.openxmlformats.org/drawingml/2006/main">
            <a:off x="23367600" y="13820775"/>
            <a:ext cx="599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425" b="1">
                <a:solidFill>
                  <a:srgbClr val="0A2C46"/>
                </a:solidFill>
                <a:latin typeface="Arial"/>
                <a:ea typeface="Arial"/>
                <a:cs typeface="Arial"/>
              </a:defRPr>
            </a:defPPr>
            <a:lvl1pPr>
              <a:defRPr sz="1425" b="1">
                <a:solidFill>
                  <a:srgbClr val="0A2C46"/>
                </a:solidFill>
                <a:latin typeface="Arial"/>
                <a:ea typeface="Arial"/>
                <a:cs typeface="Arial"/>
              </a:defRPr>
            </a:lvl1pPr>
            <a:lvl2pPr>
              <a:defRPr sz="1425" b="1">
                <a:solidFill>
                  <a:srgbClr val="0A2C46"/>
                </a:solidFill>
                <a:latin typeface="Arial"/>
                <a:ea typeface="Arial"/>
                <a:cs typeface="Arial"/>
              </a:defRPr>
            </a:lvl2pPr>
            <a:lvl3pPr>
              <a:defRPr sz="1425" b="1">
                <a:solidFill>
                  <a:srgbClr val="0A2C46"/>
                </a:solidFill>
                <a:latin typeface="Arial"/>
                <a:ea typeface="Arial"/>
                <a:cs typeface="Arial"/>
              </a:defRPr>
            </a:lvl3pPr>
            <a:lvl4pPr>
              <a:defRPr sz="1425" b="1">
                <a:solidFill>
                  <a:srgbClr val="0A2C46"/>
                </a:solidFill>
                <a:latin typeface="Arial"/>
                <a:ea typeface="Arial"/>
                <a:cs typeface="Arial"/>
              </a:defRPr>
            </a:lvl4pPr>
            <a:lvl5pPr>
              <a:defRPr sz="1425" b="1">
                <a:solidFill>
                  <a:srgbClr val="0A2C46"/>
                </a:solidFill>
                <a:latin typeface="Arial"/>
                <a:ea typeface="Arial"/>
                <a:cs typeface="Arial"/>
              </a:defRPr>
            </a:lvl5pPr>
            <a:lvl6pPr>
              <a:defRPr sz="1425" b="1">
                <a:solidFill>
                  <a:srgbClr val="0A2C46"/>
                </a:solidFill>
                <a:latin typeface="Arial"/>
                <a:ea typeface="Arial"/>
                <a:cs typeface="Arial"/>
              </a:defRPr>
            </a:lvl6pPr>
            <a:lvl7pPr>
              <a:defRPr sz="1425" b="1">
                <a:solidFill>
                  <a:srgbClr val="0A2C46"/>
                </a:solidFill>
                <a:latin typeface="Arial"/>
                <a:ea typeface="Arial"/>
                <a:cs typeface="Arial"/>
              </a:defRPr>
            </a:lvl7pPr>
            <a:lvl8pPr>
              <a:defRPr sz="1425" b="1">
                <a:solidFill>
                  <a:srgbClr val="0A2C46"/>
                </a:solidFill>
                <a:latin typeface="Arial"/>
                <a:ea typeface="Arial"/>
                <a:cs typeface="Arial"/>
              </a:defRPr>
            </a:lvl8pPr>
            <a:lvl9pPr>
              <a:defRPr sz="1425" b="1">
                <a:solidFill>
                  <a:srgbClr val="0A2C46"/>
                </a:solidFill>
                <a:latin typeface="Arial"/>
                <a:ea typeface="Arial"/>
                <a:cs typeface="Arial"/>
              </a:defRPr>
            </a:lvl9pPr>
          </a:lstStyle>
          <a:p xmlns:a="http://schemas.openxmlformats.org/drawingml/2006/main">
            <a:pPr>
              <a:defRPr sz="1425" b="1">
                <a:solidFill>
                  <a:srgbClr val="0A2C46"/>
                </a:solidFill>
                <a:latin typeface="Arial"/>
                <a:ea typeface="Arial"/>
                <a:cs typeface="Arial"/>
              </a:defRPr>
            </a:pPr>
            <a:r>
              <a:rPr sz="1425" b="1">
                <a:solidFill>
                  <a:srgbClr val="0A2C46"/>
                </a:solidFill>
                <a:latin typeface="Arial"/>
                <a:ea typeface="Arial"/>
                <a:cs typeface="Arial"/>
              </a:rPr>
              <a:t>Model artifacts</a:t>
            </a:r>
          </a:p>
        </p:txBody>
      </p:sp>
      <p:sp>
        <p:nvSpPr>
          <p:cNvPr id="134" name="">
            <a:extLst xmlns:a="http://schemas.openxmlformats.org/drawingml/2006/main">
              <a:ext uri="{FF2B5EF4-FFF2-40B4-BE49-F238E27FC236}">
                <a16:creationId xmlns:a16="http://schemas.microsoft.com/office/drawing/2014/main" id="{DA92D408-181D-4012-A8FC-A5050C375F6D}"/>
              </a:ext>
            </a:extLst>
          </p:cNvPr>
          <p:cNvSpPr>
            <a:spLocks xmlns:a="http://schemas.openxmlformats.org/drawingml/2006/main" noGrp="1"/>
          </p:cNvSpPr>
          <p:nvPr/>
        </p:nvSpPr>
        <p:spPr>
          <a:xfrm xmlns:a="http://schemas.openxmlformats.org/drawingml/2006/main">
            <a:off x="23367600" y="14220825"/>
            <a:ext cx="5994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22B3D"/>
                </a:solidFill>
                <a:latin typeface="Arial"/>
                <a:ea typeface="Arial"/>
                <a:cs typeface="Arial"/>
              </a:defRPr>
            </a:defPPr>
            <a:lvl1pPr>
              <a:defRPr sz="1200" b="0">
                <a:solidFill>
                  <a:srgbClr val="122B3D"/>
                </a:solidFill>
                <a:latin typeface="Arial"/>
                <a:ea typeface="Arial"/>
                <a:cs typeface="Arial"/>
              </a:defRPr>
            </a:lvl1pPr>
            <a:lvl2pPr>
              <a:defRPr sz="1200" b="0">
                <a:solidFill>
                  <a:srgbClr val="122B3D"/>
                </a:solidFill>
                <a:latin typeface="Arial"/>
                <a:ea typeface="Arial"/>
                <a:cs typeface="Arial"/>
              </a:defRPr>
            </a:lvl2pPr>
            <a:lvl3pPr>
              <a:defRPr sz="1200" b="0">
                <a:solidFill>
                  <a:srgbClr val="122B3D"/>
                </a:solidFill>
                <a:latin typeface="Arial"/>
                <a:ea typeface="Arial"/>
                <a:cs typeface="Arial"/>
              </a:defRPr>
            </a:lvl3pPr>
            <a:lvl4pPr>
              <a:defRPr sz="1200" b="0">
                <a:solidFill>
                  <a:srgbClr val="122B3D"/>
                </a:solidFill>
                <a:latin typeface="Arial"/>
                <a:ea typeface="Arial"/>
                <a:cs typeface="Arial"/>
              </a:defRPr>
            </a:lvl4pPr>
            <a:lvl5pPr>
              <a:defRPr sz="1200" b="0">
                <a:solidFill>
                  <a:srgbClr val="122B3D"/>
                </a:solidFill>
                <a:latin typeface="Arial"/>
                <a:ea typeface="Arial"/>
                <a:cs typeface="Arial"/>
              </a:defRPr>
            </a:lvl5pPr>
            <a:lvl6pPr>
              <a:defRPr sz="1200" b="0">
                <a:solidFill>
                  <a:srgbClr val="122B3D"/>
                </a:solidFill>
                <a:latin typeface="Arial"/>
                <a:ea typeface="Arial"/>
                <a:cs typeface="Arial"/>
              </a:defRPr>
            </a:lvl6pPr>
            <a:lvl7pPr>
              <a:defRPr sz="1200" b="0">
                <a:solidFill>
                  <a:srgbClr val="122B3D"/>
                </a:solidFill>
                <a:latin typeface="Arial"/>
                <a:ea typeface="Arial"/>
                <a:cs typeface="Arial"/>
              </a:defRPr>
            </a:lvl7pPr>
            <a:lvl8pPr>
              <a:defRPr sz="1200" b="0">
                <a:solidFill>
                  <a:srgbClr val="122B3D"/>
                </a:solidFill>
                <a:latin typeface="Arial"/>
                <a:ea typeface="Arial"/>
                <a:cs typeface="Arial"/>
              </a:defRPr>
            </a:lvl8pPr>
            <a:lvl9pPr>
              <a:defRPr sz="1200" b="0">
                <a:solidFill>
                  <a:srgbClr val="122B3D"/>
                </a:solidFill>
                <a:latin typeface="Arial"/>
                <a:ea typeface="Arial"/>
                <a:cs typeface="Arial"/>
              </a:defRPr>
            </a:lvl9pPr>
          </a:lstStyle>
          <a:p xmlns:a="http://schemas.openxmlformats.org/drawingml/2006/main">
            <a:pPr>
              <a:defRPr sz="1200" b="0">
                <a:solidFill>
                  <a:srgbClr val="122B3D"/>
                </a:solidFill>
                <a:latin typeface="Arial"/>
                <a:ea typeface="Arial"/>
                <a:cs typeface="Arial"/>
              </a:defRPr>
            </a:pPr>
            <a:r>
              <a:rPr sz="1200" b="0">
                <a:solidFill>
                  <a:srgbClr val="122B3D"/>
                </a:solidFill>
                <a:latin typeface="Arial"/>
                <a:ea typeface="Arial"/>
                <a:cs typeface="Arial"/>
              </a:rPr>
              <a:t>Serialized RF/scaler plus CNN, LSTM and MLP checkpoints.</a:t>
            </a:r>
          </a:p>
        </p:txBody>
      </p:sp>
      <p:sp>
        <p:nvSpPr>
          <p:cNvPr id="135" name="">
            <a:extLst xmlns:a="http://schemas.openxmlformats.org/drawingml/2006/main">
              <a:ext uri="{FF2B5EF4-FFF2-40B4-BE49-F238E27FC236}">
                <a16:creationId xmlns:a16="http://schemas.microsoft.com/office/drawing/2014/main" id="{46614BFC-CAC6-4F39-A582-18F94867D3BD}"/>
              </a:ext>
            </a:extLst>
          </p:cNvPr>
          <p:cNvSpPr>
            <a:spLocks xmlns:a="http://schemas.openxmlformats.org/drawingml/2006/main" noGrp="1"/>
          </p:cNvSpPr>
          <p:nvPr/>
        </p:nvSpPr>
        <p:spPr>
          <a:xfrm xmlns:a="http://schemas.openxmlformats.org/drawingml/2006/main">
            <a:off x="16773525" y="15459075"/>
            <a:ext cx="4167450" cy="1047750"/>
          </a:xfrm>
          <a:prstGeom xmlns:a="http://schemas.openxmlformats.org/drawingml/2006/main" prst="rect">
            <a:avLst/>
          </a:prstGeom>
          <a:solidFill xmlns:a="http://schemas.openxmlformats.org/drawingml/2006/main">
            <a:srgbClr val="009BB5"/>
          </a:solidFill>
          <a:ln xmlns:a="http://schemas.openxmlformats.org/drawingml/2006/main" w="0">
            <a:solidFill>
              <a:srgbClr val="009BB5"/>
            </a:solidFill>
            <a:prstDash val="solid"/>
          </a:ln>
        </p:spPr>
      </p:sp>
      <p:sp>
        <p:nvSpPr>
          <p:cNvPr id="136" name="">
            <a:extLst xmlns:a="http://schemas.openxmlformats.org/drawingml/2006/main">
              <a:ext uri="{FF2B5EF4-FFF2-40B4-BE49-F238E27FC236}">
                <a16:creationId xmlns:a16="http://schemas.microsoft.com/office/drawing/2014/main" id="{EB39F595-C43C-4CD2-886C-EE11359392F9}"/>
              </a:ext>
            </a:extLst>
          </p:cNvPr>
          <p:cNvSpPr>
            <a:spLocks xmlns:a="http://schemas.openxmlformats.org/drawingml/2006/main" noGrp="1"/>
          </p:cNvSpPr>
          <p:nvPr/>
        </p:nvSpPr>
        <p:spPr>
          <a:xfrm xmlns:a="http://schemas.openxmlformats.org/drawingml/2006/main">
            <a:off x="16868775" y="15535275"/>
            <a:ext cx="3976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Arial"/>
                <a:ea typeface="Arial"/>
                <a:cs typeface="Arial"/>
              </a:defRPr>
            </a:defPPr>
            <a:lvl1pPr>
              <a:defRPr sz="1275" b="1">
                <a:solidFill>
                  <a:srgbClr val="FFFFFF"/>
                </a:solidFill>
                <a:latin typeface="Arial"/>
                <a:ea typeface="Arial"/>
                <a:cs typeface="Arial"/>
              </a:defRPr>
            </a:lvl1pPr>
            <a:lvl2pPr>
              <a:defRPr sz="1275" b="1">
                <a:solidFill>
                  <a:srgbClr val="FFFFFF"/>
                </a:solidFill>
                <a:latin typeface="Arial"/>
                <a:ea typeface="Arial"/>
                <a:cs typeface="Arial"/>
              </a:defRPr>
            </a:lvl2pPr>
            <a:lvl3pPr>
              <a:defRPr sz="1275" b="1">
                <a:solidFill>
                  <a:srgbClr val="FFFFFF"/>
                </a:solidFill>
                <a:latin typeface="Arial"/>
                <a:ea typeface="Arial"/>
                <a:cs typeface="Arial"/>
              </a:defRPr>
            </a:lvl3pPr>
            <a:lvl4pPr>
              <a:defRPr sz="1275" b="1">
                <a:solidFill>
                  <a:srgbClr val="FFFFFF"/>
                </a:solidFill>
                <a:latin typeface="Arial"/>
                <a:ea typeface="Arial"/>
                <a:cs typeface="Arial"/>
              </a:defRPr>
            </a:lvl4pPr>
            <a:lvl5pPr>
              <a:defRPr sz="1275" b="1">
                <a:solidFill>
                  <a:srgbClr val="FFFFFF"/>
                </a:solidFill>
                <a:latin typeface="Arial"/>
                <a:ea typeface="Arial"/>
                <a:cs typeface="Arial"/>
              </a:defRPr>
            </a:lvl5pPr>
            <a:lvl6pPr>
              <a:defRPr sz="1275" b="1">
                <a:solidFill>
                  <a:srgbClr val="FFFFFF"/>
                </a:solidFill>
                <a:latin typeface="Arial"/>
                <a:ea typeface="Arial"/>
                <a:cs typeface="Arial"/>
              </a:defRPr>
            </a:lvl6pPr>
            <a:lvl7pPr>
              <a:defRPr sz="1275" b="1">
                <a:solidFill>
                  <a:srgbClr val="FFFFFF"/>
                </a:solidFill>
                <a:latin typeface="Arial"/>
                <a:ea typeface="Arial"/>
                <a:cs typeface="Arial"/>
              </a:defRPr>
            </a:lvl7pPr>
            <a:lvl8pPr>
              <a:defRPr sz="1275" b="1">
                <a:solidFill>
                  <a:srgbClr val="FFFFFF"/>
                </a:solidFill>
                <a:latin typeface="Arial"/>
                <a:ea typeface="Arial"/>
                <a:cs typeface="Arial"/>
              </a:defRPr>
            </a:lvl8pPr>
            <a:lvl9pPr>
              <a:defRPr sz="1275" b="1">
                <a:solidFill>
                  <a:srgbClr val="FFFFFF"/>
                </a:solidFill>
                <a:latin typeface="Arial"/>
                <a:ea typeface="Arial"/>
                <a:cs typeface="Arial"/>
              </a:defRPr>
            </a:lvl9pPr>
          </a:lstStyle>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INPUT</a:t>
            </a:r>
          </a:p>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FITS or 16 fields</a:t>
            </a:r>
          </a:p>
        </p:txBody>
      </p:sp>
      <p:sp>
        <p:nvSpPr>
          <p:cNvPr id="137" name="">
            <a:extLst xmlns:a="http://schemas.openxmlformats.org/drawingml/2006/main">
              <a:ext uri="{FF2B5EF4-FFF2-40B4-BE49-F238E27FC236}">
                <a16:creationId xmlns:a16="http://schemas.microsoft.com/office/drawing/2014/main" id="{170053EC-F1C3-495D-8BAD-665CD9FBF853}"/>
              </a:ext>
            </a:extLst>
          </p:cNvPr>
          <p:cNvSpPr>
            <a:spLocks xmlns:a="http://schemas.openxmlformats.org/drawingml/2006/main" noGrp="1"/>
          </p:cNvSpPr>
          <p:nvPr/>
        </p:nvSpPr>
        <p:spPr>
          <a:xfrm xmlns:a="http://schemas.openxmlformats.org/drawingml/2006/main">
            <a:off x="20998125" y="15459075"/>
            <a:ext cx="4167450" cy="1047750"/>
          </a:xfrm>
          <a:prstGeom xmlns:a="http://schemas.openxmlformats.org/drawingml/2006/main" prst="rect">
            <a:avLst/>
          </a:prstGeom>
          <a:solidFill xmlns:a="http://schemas.openxmlformats.org/drawingml/2006/main">
            <a:srgbClr val="009BB5"/>
          </a:solidFill>
          <a:ln xmlns:a="http://schemas.openxmlformats.org/drawingml/2006/main" w="0">
            <a:solidFill>
              <a:srgbClr val="009BB5"/>
            </a:solidFill>
            <a:prstDash val="solid"/>
          </a:ln>
        </p:spPr>
      </p:sp>
      <p:sp>
        <p:nvSpPr>
          <p:cNvPr id="138" name="">
            <a:extLst xmlns:a="http://schemas.openxmlformats.org/drawingml/2006/main">
              <a:ext uri="{FF2B5EF4-FFF2-40B4-BE49-F238E27FC236}">
                <a16:creationId xmlns:a16="http://schemas.microsoft.com/office/drawing/2014/main" id="{68D9313D-5BBE-4B1E-8B07-546342217420}"/>
              </a:ext>
            </a:extLst>
          </p:cNvPr>
          <p:cNvSpPr>
            <a:spLocks xmlns:a="http://schemas.openxmlformats.org/drawingml/2006/main" noGrp="1"/>
          </p:cNvSpPr>
          <p:nvPr/>
        </p:nvSpPr>
        <p:spPr>
          <a:xfrm xmlns:a="http://schemas.openxmlformats.org/drawingml/2006/main">
            <a:off x="21093375" y="15535275"/>
            <a:ext cx="3976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Arial"/>
                <a:ea typeface="Arial"/>
                <a:cs typeface="Arial"/>
              </a:defRPr>
            </a:defPPr>
            <a:lvl1pPr>
              <a:defRPr sz="1275" b="1">
                <a:solidFill>
                  <a:srgbClr val="FFFFFF"/>
                </a:solidFill>
                <a:latin typeface="Arial"/>
                <a:ea typeface="Arial"/>
                <a:cs typeface="Arial"/>
              </a:defRPr>
            </a:lvl1pPr>
            <a:lvl2pPr>
              <a:defRPr sz="1275" b="1">
                <a:solidFill>
                  <a:srgbClr val="FFFFFF"/>
                </a:solidFill>
                <a:latin typeface="Arial"/>
                <a:ea typeface="Arial"/>
                <a:cs typeface="Arial"/>
              </a:defRPr>
            </a:lvl2pPr>
            <a:lvl3pPr>
              <a:defRPr sz="1275" b="1">
                <a:solidFill>
                  <a:srgbClr val="FFFFFF"/>
                </a:solidFill>
                <a:latin typeface="Arial"/>
                <a:ea typeface="Arial"/>
                <a:cs typeface="Arial"/>
              </a:defRPr>
            </a:lvl3pPr>
            <a:lvl4pPr>
              <a:defRPr sz="1275" b="1">
                <a:solidFill>
                  <a:srgbClr val="FFFFFF"/>
                </a:solidFill>
                <a:latin typeface="Arial"/>
                <a:ea typeface="Arial"/>
                <a:cs typeface="Arial"/>
              </a:defRPr>
            </a:lvl4pPr>
            <a:lvl5pPr>
              <a:defRPr sz="1275" b="1">
                <a:solidFill>
                  <a:srgbClr val="FFFFFF"/>
                </a:solidFill>
                <a:latin typeface="Arial"/>
                <a:ea typeface="Arial"/>
                <a:cs typeface="Arial"/>
              </a:defRPr>
            </a:lvl5pPr>
            <a:lvl6pPr>
              <a:defRPr sz="1275" b="1">
                <a:solidFill>
                  <a:srgbClr val="FFFFFF"/>
                </a:solidFill>
                <a:latin typeface="Arial"/>
                <a:ea typeface="Arial"/>
                <a:cs typeface="Arial"/>
              </a:defRPr>
            </a:lvl6pPr>
            <a:lvl7pPr>
              <a:defRPr sz="1275" b="1">
                <a:solidFill>
                  <a:srgbClr val="FFFFFF"/>
                </a:solidFill>
                <a:latin typeface="Arial"/>
                <a:ea typeface="Arial"/>
                <a:cs typeface="Arial"/>
              </a:defRPr>
            </a:lvl7pPr>
            <a:lvl8pPr>
              <a:defRPr sz="1275" b="1">
                <a:solidFill>
                  <a:srgbClr val="FFFFFF"/>
                </a:solidFill>
                <a:latin typeface="Arial"/>
                <a:ea typeface="Arial"/>
                <a:cs typeface="Arial"/>
              </a:defRPr>
            </a:lvl8pPr>
            <a:lvl9pPr>
              <a:defRPr sz="1275" b="1">
                <a:solidFill>
                  <a:srgbClr val="FFFFFF"/>
                </a:solidFill>
                <a:latin typeface="Arial"/>
                <a:ea typeface="Arial"/>
                <a:cs typeface="Arial"/>
              </a:defRPr>
            </a:lvl9pPr>
          </a:lstStyle>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MODEL EVIDENCE</a:t>
            </a:r>
          </a:p>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37 features + probability</a:t>
            </a:r>
          </a:p>
        </p:txBody>
      </p:sp>
      <p:sp>
        <p:nvSpPr>
          <p:cNvPr id="139" name="">
            <a:extLst xmlns:a="http://schemas.openxmlformats.org/drawingml/2006/main">
              <a:ext uri="{FF2B5EF4-FFF2-40B4-BE49-F238E27FC236}">
                <a16:creationId xmlns:a16="http://schemas.microsoft.com/office/drawing/2014/main" id="{072C081A-ECFC-4ED0-82DB-34D000860EA1}"/>
              </a:ext>
            </a:extLst>
          </p:cNvPr>
          <p:cNvSpPr>
            <a:spLocks xmlns:a="http://schemas.openxmlformats.org/drawingml/2006/main" noGrp="1"/>
          </p:cNvSpPr>
          <p:nvPr/>
        </p:nvSpPr>
        <p:spPr>
          <a:xfrm xmlns:a="http://schemas.openxmlformats.org/drawingml/2006/main">
            <a:off x="25222725" y="15459075"/>
            <a:ext cx="4167450" cy="1047750"/>
          </a:xfrm>
          <a:prstGeom xmlns:a="http://schemas.openxmlformats.org/drawingml/2006/main" prst="rect">
            <a:avLst/>
          </a:prstGeom>
          <a:solidFill xmlns:a="http://schemas.openxmlformats.org/drawingml/2006/main">
            <a:srgbClr val="009BB5"/>
          </a:solidFill>
          <a:ln xmlns:a="http://schemas.openxmlformats.org/drawingml/2006/main" w="0">
            <a:solidFill>
              <a:srgbClr val="009BB5"/>
            </a:solidFill>
            <a:prstDash val="solid"/>
          </a:ln>
        </p:spPr>
      </p:sp>
      <p:sp>
        <p:nvSpPr>
          <p:cNvPr id="140" name="">
            <a:extLst xmlns:a="http://schemas.openxmlformats.org/drawingml/2006/main">
              <a:ext uri="{FF2B5EF4-FFF2-40B4-BE49-F238E27FC236}">
                <a16:creationId xmlns:a16="http://schemas.microsoft.com/office/drawing/2014/main" id="{861D04A3-B60E-41DB-AC10-193B9683E686}"/>
              </a:ext>
            </a:extLst>
          </p:cNvPr>
          <p:cNvSpPr>
            <a:spLocks xmlns:a="http://schemas.openxmlformats.org/drawingml/2006/main" noGrp="1"/>
          </p:cNvSpPr>
          <p:nvPr/>
        </p:nvSpPr>
        <p:spPr>
          <a:xfrm xmlns:a="http://schemas.openxmlformats.org/drawingml/2006/main">
            <a:off x="25317975" y="15535275"/>
            <a:ext cx="3976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Arial"/>
                <a:ea typeface="Arial"/>
                <a:cs typeface="Arial"/>
              </a:defRPr>
            </a:defPPr>
            <a:lvl1pPr>
              <a:defRPr sz="1275" b="1">
                <a:solidFill>
                  <a:srgbClr val="FFFFFF"/>
                </a:solidFill>
                <a:latin typeface="Arial"/>
                <a:ea typeface="Arial"/>
                <a:cs typeface="Arial"/>
              </a:defRPr>
            </a:lvl1pPr>
            <a:lvl2pPr>
              <a:defRPr sz="1275" b="1">
                <a:solidFill>
                  <a:srgbClr val="FFFFFF"/>
                </a:solidFill>
                <a:latin typeface="Arial"/>
                <a:ea typeface="Arial"/>
                <a:cs typeface="Arial"/>
              </a:defRPr>
            </a:lvl2pPr>
            <a:lvl3pPr>
              <a:defRPr sz="1275" b="1">
                <a:solidFill>
                  <a:srgbClr val="FFFFFF"/>
                </a:solidFill>
                <a:latin typeface="Arial"/>
                <a:ea typeface="Arial"/>
                <a:cs typeface="Arial"/>
              </a:defRPr>
            </a:lvl3pPr>
            <a:lvl4pPr>
              <a:defRPr sz="1275" b="1">
                <a:solidFill>
                  <a:srgbClr val="FFFFFF"/>
                </a:solidFill>
                <a:latin typeface="Arial"/>
                <a:ea typeface="Arial"/>
                <a:cs typeface="Arial"/>
              </a:defRPr>
            </a:lvl4pPr>
            <a:lvl5pPr>
              <a:defRPr sz="1275" b="1">
                <a:solidFill>
                  <a:srgbClr val="FFFFFF"/>
                </a:solidFill>
                <a:latin typeface="Arial"/>
                <a:ea typeface="Arial"/>
                <a:cs typeface="Arial"/>
              </a:defRPr>
            </a:lvl5pPr>
            <a:lvl6pPr>
              <a:defRPr sz="1275" b="1">
                <a:solidFill>
                  <a:srgbClr val="FFFFFF"/>
                </a:solidFill>
                <a:latin typeface="Arial"/>
                <a:ea typeface="Arial"/>
                <a:cs typeface="Arial"/>
              </a:defRPr>
            </a:lvl6pPr>
            <a:lvl7pPr>
              <a:defRPr sz="1275" b="1">
                <a:solidFill>
                  <a:srgbClr val="FFFFFF"/>
                </a:solidFill>
                <a:latin typeface="Arial"/>
                <a:ea typeface="Arial"/>
                <a:cs typeface="Arial"/>
              </a:defRPr>
            </a:lvl7pPr>
            <a:lvl8pPr>
              <a:defRPr sz="1275" b="1">
                <a:solidFill>
                  <a:srgbClr val="FFFFFF"/>
                </a:solidFill>
                <a:latin typeface="Arial"/>
                <a:ea typeface="Arial"/>
                <a:cs typeface="Arial"/>
              </a:defRPr>
            </a:lvl8pPr>
            <a:lvl9pPr>
              <a:defRPr sz="1275" b="1">
                <a:solidFill>
                  <a:srgbClr val="FFFFFF"/>
                </a:solidFill>
                <a:latin typeface="Arial"/>
                <a:ea typeface="Arial"/>
                <a:cs typeface="Arial"/>
              </a:defRPr>
            </a:lvl9pPr>
          </a:lstStyle>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OUTPUT</a:t>
            </a:r>
          </a:p>
          <a:p xmlns:a="http://schemas.openxmlformats.org/drawingml/2006/main">
            <a:pPr>
              <a:defRPr sz="1275" b="1">
                <a:solidFill>
                  <a:srgbClr val="FFFFFF"/>
                </a:solidFill>
                <a:latin typeface="Arial"/>
                <a:ea typeface="Arial"/>
                <a:cs typeface="Arial"/>
              </a:defRPr>
            </a:pPr>
            <a:r>
              <a:rPr sz="1275" b="1">
                <a:solidFill>
                  <a:srgbClr val="FFFFFF"/>
                </a:solidFill>
                <a:latin typeface="Arial"/>
                <a:ea typeface="Arial"/>
                <a:cs typeface="Arial"/>
              </a:rPr>
              <a:t>assessment + rationale</a:t>
            </a:r>
          </a:p>
        </p:txBody>
      </p:sp>
      <p:sp>
        <p:nvSpPr>
          <p:cNvPr id="141" name="">
            <a:extLst xmlns:a="http://schemas.openxmlformats.org/drawingml/2006/main">
              <a:ext uri="{FF2B5EF4-FFF2-40B4-BE49-F238E27FC236}">
                <a16:creationId xmlns:a16="http://schemas.microsoft.com/office/drawing/2014/main" id="{8EB18745-7725-4A02-8F0B-879F3BE85446}"/>
              </a:ext>
            </a:extLst>
          </p:cNvPr>
          <p:cNvSpPr>
            <a:spLocks xmlns:a="http://schemas.openxmlformats.org/drawingml/2006/main" noGrp="1"/>
          </p:cNvSpPr>
          <p:nvPr/>
        </p:nvSpPr>
        <p:spPr>
          <a:xfrm xmlns:a="http://schemas.openxmlformats.org/drawingml/2006/main">
            <a:off x="16602075" y="17059275"/>
            <a:ext cx="12959550" cy="742950"/>
          </a:xfrm>
          <a:prstGeom xmlns:a="http://schemas.openxmlformats.org/drawingml/2006/main" prst="rect">
            <a:avLst/>
          </a:prstGeom>
          <a:solidFill xmlns:a="http://schemas.openxmlformats.org/drawingml/2006/main">
            <a:srgbClr val="0A2C46"/>
          </a:solidFill>
          <a:ln xmlns:a="http://schemas.openxmlformats.org/drawingml/2006/main" w="0">
            <a:solidFill>
              <a:srgbClr val="0A2C46"/>
            </a:solidFill>
            <a:prstDash val="solid"/>
          </a:ln>
        </p:spPr>
      </p:sp>
      <p:sp>
        <p:nvSpPr>
          <p:cNvPr id="142" name="">
            <a:extLst xmlns:a="http://schemas.openxmlformats.org/drawingml/2006/main">
              <a:ext uri="{FF2B5EF4-FFF2-40B4-BE49-F238E27FC236}">
                <a16:creationId xmlns:a16="http://schemas.microsoft.com/office/drawing/2014/main" id="{DEA53DB6-DD80-4609-996A-63485FB608D5}"/>
              </a:ext>
            </a:extLst>
          </p:cNvPr>
          <p:cNvSpPr>
            <a:spLocks xmlns:a="http://schemas.openxmlformats.org/drawingml/2006/main" noGrp="1"/>
          </p:cNvSpPr>
          <p:nvPr/>
        </p:nvSpPr>
        <p:spPr>
          <a:xfrm xmlns:a="http://schemas.openxmlformats.org/drawingml/2006/main">
            <a:off x="16773525" y="17154525"/>
            <a:ext cx="57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2100" b="1">
                <a:solidFill>
                  <a:srgbClr val="16BFD0"/>
                </a:solidFill>
                <a:latin typeface="Arial"/>
                <a:ea typeface="Arial"/>
                <a:cs typeface="Arial"/>
              </a:defRPr>
            </a:defPPr>
            <a:lvl1pPr>
              <a:defRPr sz="2100" b="1">
                <a:solidFill>
                  <a:srgbClr val="16BFD0"/>
                </a:solidFill>
                <a:latin typeface="Arial"/>
                <a:ea typeface="Arial"/>
                <a:cs typeface="Arial"/>
              </a:defRPr>
            </a:lvl1pPr>
            <a:lvl2pPr>
              <a:defRPr sz="2100" b="1">
                <a:solidFill>
                  <a:srgbClr val="16BFD0"/>
                </a:solidFill>
                <a:latin typeface="Arial"/>
                <a:ea typeface="Arial"/>
                <a:cs typeface="Arial"/>
              </a:defRPr>
            </a:lvl2pPr>
            <a:lvl3pPr>
              <a:defRPr sz="2100" b="1">
                <a:solidFill>
                  <a:srgbClr val="16BFD0"/>
                </a:solidFill>
                <a:latin typeface="Arial"/>
                <a:ea typeface="Arial"/>
                <a:cs typeface="Arial"/>
              </a:defRPr>
            </a:lvl3pPr>
            <a:lvl4pPr>
              <a:defRPr sz="2100" b="1">
                <a:solidFill>
                  <a:srgbClr val="16BFD0"/>
                </a:solidFill>
                <a:latin typeface="Arial"/>
                <a:ea typeface="Arial"/>
                <a:cs typeface="Arial"/>
              </a:defRPr>
            </a:lvl4pPr>
            <a:lvl5pPr>
              <a:defRPr sz="2100" b="1">
                <a:solidFill>
                  <a:srgbClr val="16BFD0"/>
                </a:solidFill>
                <a:latin typeface="Arial"/>
                <a:ea typeface="Arial"/>
                <a:cs typeface="Arial"/>
              </a:defRPr>
            </a:lvl5pPr>
            <a:lvl6pPr>
              <a:defRPr sz="2100" b="1">
                <a:solidFill>
                  <a:srgbClr val="16BFD0"/>
                </a:solidFill>
                <a:latin typeface="Arial"/>
                <a:ea typeface="Arial"/>
                <a:cs typeface="Arial"/>
              </a:defRPr>
            </a:lvl6pPr>
            <a:lvl7pPr>
              <a:defRPr sz="2100" b="1">
                <a:solidFill>
                  <a:srgbClr val="16BFD0"/>
                </a:solidFill>
                <a:latin typeface="Arial"/>
                <a:ea typeface="Arial"/>
                <a:cs typeface="Arial"/>
              </a:defRPr>
            </a:lvl7pPr>
            <a:lvl8pPr>
              <a:defRPr sz="2100" b="1">
                <a:solidFill>
                  <a:srgbClr val="16BFD0"/>
                </a:solidFill>
                <a:latin typeface="Arial"/>
                <a:ea typeface="Arial"/>
                <a:cs typeface="Arial"/>
              </a:defRPr>
            </a:lvl8pPr>
            <a:lvl9pPr>
              <a:defRPr sz="2100" b="1">
                <a:solidFill>
                  <a:srgbClr val="16BFD0"/>
                </a:solidFill>
                <a:latin typeface="Arial"/>
                <a:ea typeface="Arial"/>
                <a:cs typeface="Arial"/>
              </a:defRPr>
            </a:lvl9pPr>
          </a:lstStyle>
          <a:p xmlns:a="http://schemas.openxmlformats.org/drawingml/2006/main">
            <a:pPr>
              <a:defRPr sz="2100" b="1">
                <a:solidFill>
                  <a:srgbClr val="16BFD0"/>
                </a:solidFill>
                <a:latin typeface="Arial"/>
                <a:ea typeface="Arial"/>
                <a:cs typeface="Arial"/>
              </a:defRPr>
            </a:pPr>
            <a:r>
              <a:rPr sz="2100" b="1">
                <a:solidFill>
                  <a:srgbClr val="16BFD0"/>
                </a:solidFill>
                <a:latin typeface="Arial"/>
                <a:ea typeface="Arial"/>
                <a:cs typeface="Arial"/>
              </a:rPr>
              <a:t>05</a:t>
            </a:r>
          </a:p>
        </p:txBody>
      </p:sp>
      <p:sp>
        <p:nvSpPr>
          <p:cNvPr id="143" name="">
            <a:extLst xmlns:a="http://schemas.openxmlformats.org/drawingml/2006/main">
              <a:ext uri="{FF2B5EF4-FFF2-40B4-BE49-F238E27FC236}">
                <a16:creationId xmlns:a16="http://schemas.microsoft.com/office/drawing/2014/main" id="{ECCF4D15-1FA9-49A8-A685-4927CA604D89}"/>
              </a:ext>
            </a:extLst>
          </p:cNvPr>
          <p:cNvSpPr>
            <a:spLocks xmlns:a="http://schemas.openxmlformats.org/drawingml/2006/main" noGrp="1"/>
          </p:cNvSpPr>
          <p:nvPr/>
        </p:nvSpPr>
        <p:spPr>
          <a:xfrm xmlns:a="http://schemas.openxmlformats.org/drawingml/2006/main">
            <a:off x="17383125" y="17135475"/>
            <a:ext cx="12007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Explainability design and safeguards</a:t>
            </a:r>
          </a:p>
        </p:txBody>
      </p:sp>
      <p:sp>
        <p:nvSpPr>
          <p:cNvPr id="144" name="">
            <a:extLst xmlns:a="http://schemas.openxmlformats.org/drawingml/2006/main">
              <a:ext uri="{FF2B5EF4-FFF2-40B4-BE49-F238E27FC236}">
                <a16:creationId xmlns:a16="http://schemas.microsoft.com/office/drawing/2014/main" id="{A0DCD112-9F40-45A2-A08B-DDB520CA554C}"/>
              </a:ext>
            </a:extLst>
          </p:cNvPr>
          <p:cNvSpPr>
            <a:spLocks xmlns:a="http://schemas.openxmlformats.org/drawingml/2006/main" noGrp="1"/>
          </p:cNvSpPr>
          <p:nvPr/>
        </p:nvSpPr>
        <p:spPr>
          <a:xfrm xmlns:a="http://schemas.openxmlformats.org/drawingml/2006/main">
            <a:off x="16602075" y="17802225"/>
            <a:ext cx="12959550" cy="5810250"/>
          </a:xfrm>
          <a:prstGeom xmlns:a="http://schemas.openxmlformats.org/drawingml/2006/main" prst="rect">
            <a:avLst/>
          </a:prstGeom>
          <a:solidFill xmlns:a="http://schemas.openxmlformats.org/drawingml/2006/main">
            <a:srgbClr val="FFFFFF"/>
          </a:solidFill>
          <a:ln xmlns:a="http://schemas.openxmlformats.org/drawingml/2006/main" w="19050">
            <a:solidFill>
              <a:srgbClr val="BDD6DE"/>
            </a:solidFill>
            <a:prstDash val="solid"/>
          </a:ln>
        </p:spPr>
      </p:sp>
      <p:sp>
        <p:nvSpPr>
          <p:cNvPr id="145" name="">
            <a:extLst xmlns:a="http://schemas.openxmlformats.org/drawingml/2006/main">
              <a:ext uri="{FF2B5EF4-FFF2-40B4-BE49-F238E27FC236}">
                <a16:creationId xmlns:a16="http://schemas.microsoft.com/office/drawing/2014/main" id="{8E469E44-0099-4BC8-92C1-F2FD3F4F9004}"/>
              </a:ext>
            </a:extLst>
          </p:cNvPr>
          <p:cNvSpPr>
            <a:spLocks xmlns:a="http://schemas.openxmlformats.org/drawingml/2006/main" noGrp="1"/>
          </p:cNvSpPr>
          <p:nvPr/>
        </p:nvSpPr>
        <p:spPr>
          <a:xfrm xmlns:a="http://schemas.openxmlformats.org/drawingml/2006/main">
            <a:off x="16773525" y="17973675"/>
            <a:ext cx="6222600" cy="1447800"/>
          </a:xfrm>
          <a:prstGeom xmlns:a="http://schemas.openxmlformats.org/drawingml/2006/main" prst="rect">
            <a:avLst/>
          </a:prstGeom>
          <a:solidFill xmlns:a="http://schemas.openxmlformats.org/drawingml/2006/main">
            <a:srgbClr val="EAF5F8"/>
          </a:solidFill>
          <a:ln xmlns:a="http://schemas.openxmlformats.org/drawingml/2006/main" w="9525">
            <a:solidFill>
              <a:srgbClr val="BDD6DE"/>
            </a:solidFill>
            <a:prstDash val="solid"/>
          </a:ln>
        </p:spPr>
      </p:sp>
      <p:sp>
        <p:nvSpPr>
          <p:cNvPr id="146" name="">
            <a:extLst xmlns:a="http://schemas.openxmlformats.org/drawingml/2006/main">
              <a:ext uri="{FF2B5EF4-FFF2-40B4-BE49-F238E27FC236}">
                <a16:creationId xmlns:a16="http://schemas.microsoft.com/office/drawing/2014/main" id="{807FA232-D1B1-4F78-BB18-C5FD44F1D491}"/>
              </a:ext>
            </a:extLst>
          </p:cNvPr>
          <p:cNvSpPr>
            <a:spLocks xmlns:a="http://schemas.openxmlformats.org/drawingml/2006/main" noGrp="1"/>
          </p:cNvSpPr>
          <p:nvPr/>
        </p:nvSpPr>
        <p:spPr>
          <a:xfrm xmlns:a="http://schemas.openxmlformats.org/drawingml/2006/main">
            <a:off x="16887825" y="18049875"/>
            <a:ext cx="599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425" b="1">
                <a:solidFill>
                  <a:srgbClr val="009BB5"/>
                </a:solidFill>
                <a:latin typeface="Arial"/>
                <a:ea typeface="Arial"/>
                <a:cs typeface="Arial"/>
              </a:defRPr>
            </a:defPPr>
            <a:lvl1pPr>
              <a:defRPr sz="1425" b="1">
                <a:solidFill>
                  <a:srgbClr val="009BB5"/>
                </a:solidFill>
                <a:latin typeface="Arial"/>
                <a:ea typeface="Arial"/>
                <a:cs typeface="Arial"/>
              </a:defRPr>
            </a:lvl1pPr>
            <a:lvl2pPr>
              <a:defRPr sz="1425" b="1">
                <a:solidFill>
                  <a:srgbClr val="009BB5"/>
                </a:solidFill>
                <a:latin typeface="Arial"/>
                <a:ea typeface="Arial"/>
                <a:cs typeface="Arial"/>
              </a:defRPr>
            </a:lvl2pPr>
            <a:lvl3pPr>
              <a:defRPr sz="1425" b="1">
                <a:solidFill>
                  <a:srgbClr val="009BB5"/>
                </a:solidFill>
                <a:latin typeface="Arial"/>
                <a:ea typeface="Arial"/>
                <a:cs typeface="Arial"/>
              </a:defRPr>
            </a:lvl3pPr>
            <a:lvl4pPr>
              <a:defRPr sz="1425" b="1">
                <a:solidFill>
                  <a:srgbClr val="009BB5"/>
                </a:solidFill>
                <a:latin typeface="Arial"/>
                <a:ea typeface="Arial"/>
                <a:cs typeface="Arial"/>
              </a:defRPr>
            </a:lvl4pPr>
            <a:lvl5pPr>
              <a:defRPr sz="1425" b="1">
                <a:solidFill>
                  <a:srgbClr val="009BB5"/>
                </a:solidFill>
                <a:latin typeface="Arial"/>
                <a:ea typeface="Arial"/>
                <a:cs typeface="Arial"/>
              </a:defRPr>
            </a:lvl5pPr>
            <a:lvl6pPr>
              <a:defRPr sz="1425" b="1">
                <a:solidFill>
                  <a:srgbClr val="009BB5"/>
                </a:solidFill>
                <a:latin typeface="Arial"/>
                <a:ea typeface="Arial"/>
                <a:cs typeface="Arial"/>
              </a:defRPr>
            </a:lvl6pPr>
            <a:lvl7pPr>
              <a:defRPr sz="1425" b="1">
                <a:solidFill>
                  <a:srgbClr val="009BB5"/>
                </a:solidFill>
                <a:latin typeface="Arial"/>
                <a:ea typeface="Arial"/>
                <a:cs typeface="Arial"/>
              </a:defRPr>
            </a:lvl7pPr>
            <a:lvl8pPr>
              <a:defRPr sz="1425" b="1">
                <a:solidFill>
                  <a:srgbClr val="009BB5"/>
                </a:solidFill>
                <a:latin typeface="Arial"/>
                <a:ea typeface="Arial"/>
                <a:cs typeface="Arial"/>
              </a:defRPr>
            </a:lvl8pPr>
            <a:lvl9pPr>
              <a:defRPr sz="1425" b="1">
                <a:solidFill>
                  <a:srgbClr val="009BB5"/>
                </a:solidFill>
                <a:latin typeface="Arial"/>
                <a:ea typeface="Arial"/>
                <a:cs typeface="Arial"/>
              </a:defRPr>
            </a:lvl9pPr>
          </a:lstStyle>
          <a:p xmlns:a="http://schemas.openxmlformats.org/drawingml/2006/main">
            <a:pPr>
              <a:defRPr sz="1425" b="1">
                <a:solidFill>
                  <a:srgbClr val="009BB5"/>
                </a:solidFill>
                <a:latin typeface="Arial"/>
                <a:ea typeface="Arial"/>
                <a:cs typeface="Arial"/>
              </a:defRPr>
            </a:pPr>
            <a:r>
              <a:rPr sz="1425" b="1">
                <a:solidFill>
                  <a:srgbClr val="009BB5"/>
                </a:solidFill>
                <a:latin typeface="Arial"/>
                <a:ea typeface="Arial"/>
                <a:cs typeface="Arial"/>
              </a:rPr>
              <a:t>Evidence selection</a:t>
            </a:r>
          </a:p>
        </p:txBody>
      </p:sp>
      <p:sp>
        <p:nvSpPr>
          <p:cNvPr id="147" name="">
            <a:extLst xmlns:a="http://schemas.openxmlformats.org/drawingml/2006/main">
              <a:ext uri="{FF2B5EF4-FFF2-40B4-BE49-F238E27FC236}">
                <a16:creationId xmlns:a16="http://schemas.microsoft.com/office/drawing/2014/main" id="{4FB186F7-9473-4BD4-B67B-51D11FC53A49}"/>
              </a:ext>
            </a:extLst>
          </p:cNvPr>
          <p:cNvSpPr>
            <a:spLocks xmlns:a="http://schemas.openxmlformats.org/drawingml/2006/main" noGrp="1"/>
          </p:cNvSpPr>
          <p:nvPr/>
        </p:nvSpPr>
        <p:spPr>
          <a:xfrm xmlns:a="http://schemas.openxmlformats.org/drawingml/2006/main">
            <a:off x="16887825" y="18430875"/>
            <a:ext cx="599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22B3D"/>
                </a:solidFill>
                <a:latin typeface="Arial"/>
                <a:ea typeface="Arial"/>
                <a:cs typeface="Arial"/>
              </a:defRPr>
            </a:defPPr>
            <a:lvl1pPr>
              <a:defRPr sz="1200" b="0">
                <a:solidFill>
                  <a:srgbClr val="122B3D"/>
                </a:solidFill>
                <a:latin typeface="Arial"/>
                <a:ea typeface="Arial"/>
                <a:cs typeface="Arial"/>
              </a:defRPr>
            </a:lvl1pPr>
            <a:lvl2pPr>
              <a:defRPr sz="1200" b="0">
                <a:solidFill>
                  <a:srgbClr val="122B3D"/>
                </a:solidFill>
                <a:latin typeface="Arial"/>
                <a:ea typeface="Arial"/>
                <a:cs typeface="Arial"/>
              </a:defRPr>
            </a:lvl2pPr>
            <a:lvl3pPr>
              <a:defRPr sz="1200" b="0">
                <a:solidFill>
                  <a:srgbClr val="122B3D"/>
                </a:solidFill>
                <a:latin typeface="Arial"/>
                <a:ea typeface="Arial"/>
                <a:cs typeface="Arial"/>
              </a:defRPr>
            </a:lvl3pPr>
            <a:lvl4pPr>
              <a:defRPr sz="1200" b="0">
                <a:solidFill>
                  <a:srgbClr val="122B3D"/>
                </a:solidFill>
                <a:latin typeface="Arial"/>
                <a:ea typeface="Arial"/>
                <a:cs typeface="Arial"/>
              </a:defRPr>
            </a:lvl4pPr>
            <a:lvl5pPr>
              <a:defRPr sz="1200" b="0">
                <a:solidFill>
                  <a:srgbClr val="122B3D"/>
                </a:solidFill>
                <a:latin typeface="Arial"/>
                <a:ea typeface="Arial"/>
                <a:cs typeface="Arial"/>
              </a:defRPr>
            </a:lvl5pPr>
            <a:lvl6pPr>
              <a:defRPr sz="1200" b="0">
                <a:solidFill>
                  <a:srgbClr val="122B3D"/>
                </a:solidFill>
                <a:latin typeface="Arial"/>
                <a:ea typeface="Arial"/>
                <a:cs typeface="Arial"/>
              </a:defRPr>
            </a:lvl6pPr>
            <a:lvl7pPr>
              <a:defRPr sz="1200" b="0">
                <a:solidFill>
                  <a:srgbClr val="122B3D"/>
                </a:solidFill>
                <a:latin typeface="Arial"/>
                <a:ea typeface="Arial"/>
                <a:cs typeface="Arial"/>
              </a:defRPr>
            </a:lvl7pPr>
            <a:lvl8pPr>
              <a:defRPr sz="1200" b="0">
                <a:solidFill>
                  <a:srgbClr val="122B3D"/>
                </a:solidFill>
                <a:latin typeface="Arial"/>
                <a:ea typeface="Arial"/>
                <a:cs typeface="Arial"/>
              </a:defRPr>
            </a:lvl8pPr>
            <a:lvl9pPr>
              <a:defRPr sz="1200" b="0">
                <a:solidFill>
                  <a:srgbClr val="122B3D"/>
                </a:solidFill>
                <a:latin typeface="Arial"/>
                <a:ea typeface="Arial"/>
                <a:cs typeface="Arial"/>
              </a:defRPr>
            </a:lvl9pPr>
          </a:lstStyle>
          <a:p xmlns:a="http://schemas.openxmlformats.org/drawingml/2006/main">
            <a:pPr>
              <a:defRPr sz="1200" b="0">
                <a:solidFill>
                  <a:srgbClr val="122B3D"/>
                </a:solidFill>
                <a:latin typeface="Arial"/>
                <a:ea typeface="Arial"/>
                <a:cs typeface="Arial"/>
              </a:defRPr>
            </a:pPr>
            <a:r>
              <a:rPr sz="1200" b="0">
                <a:solidFill>
                  <a:srgbClr val="122B3D"/>
                </a:solidFill>
                <a:latin typeface="Arial"/>
                <a:ea typeface="Arial"/>
                <a:cs typeface="Arial"/>
              </a:rPr>
              <a:t>Manual entry sends submitted measurements. FITS analysis sends labeled features and Random Forest probability.</a:t>
            </a:r>
          </a:p>
        </p:txBody>
      </p:sp>
      <p:sp>
        <p:nvSpPr>
          <p:cNvPr id="148" name="">
            <a:extLst xmlns:a="http://schemas.openxmlformats.org/drawingml/2006/main">
              <a:ext uri="{FF2B5EF4-FFF2-40B4-BE49-F238E27FC236}">
                <a16:creationId xmlns:a16="http://schemas.microsoft.com/office/drawing/2014/main" id="{7E2163FF-785C-47A7-BB3C-175359FD7160}"/>
              </a:ext>
            </a:extLst>
          </p:cNvPr>
          <p:cNvSpPr>
            <a:spLocks xmlns:a="http://schemas.openxmlformats.org/drawingml/2006/main" noGrp="1"/>
          </p:cNvSpPr>
          <p:nvPr/>
        </p:nvSpPr>
        <p:spPr>
          <a:xfrm xmlns:a="http://schemas.openxmlformats.org/drawingml/2006/main">
            <a:off x="23253300" y="17973675"/>
            <a:ext cx="6222600" cy="1447800"/>
          </a:xfrm>
          <a:prstGeom xmlns:a="http://schemas.openxmlformats.org/drawingml/2006/main" prst="rect">
            <a:avLst/>
          </a:prstGeom>
          <a:solidFill xmlns:a="http://schemas.openxmlformats.org/drawingml/2006/main">
            <a:srgbClr val="EAF5F8"/>
          </a:solidFill>
          <a:ln xmlns:a="http://schemas.openxmlformats.org/drawingml/2006/main" w="9525">
            <a:solidFill>
              <a:srgbClr val="BDD6DE"/>
            </a:solidFill>
            <a:prstDash val="solid"/>
          </a:ln>
        </p:spPr>
      </p:sp>
      <p:sp>
        <p:nvSpPr>
          <p:cNvPr id="149" name="">
            <a:extLst xmlns:a="http://schemas.openxmlformats.org/drawingml/2006/main">
              <a:ext uri="{FF2B5EF4-FFF2-40B4-BE49-F238E27FC236}">
                <a16:creationId xmlns:a16="http://schemas.microsoft.com/office/drawing/2014/main" id="{B4FE218D-E04C-4759-B62D-AC604372D36B}"/>
              </a:ext>
            </a:extLst>
          </p:cNvPr>
          <p:cNvSpPr>
            <a:spLocks xmlns:a="http://schemas.openxmlformats.org/drawingml/2006/main" noGrp="1"/>
          </p:cNvSpPr>
          <p:nvPr/>
        </p:nvSpPr>
        <p:spPr>
          <a:xfrm xmlns:a="http://schemas.openxmlformats.org/drawingml/2006/main">
            <a:off x="23367600" y="18049875"/>
            <a:ext cx="599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425" b="1">
                <a:solidFill>
                  <a:srgbClr val="009BB5"/>
                </a:solidFill>
                <a:latin typeface="Arial"/>
                <a:ea typeface="Arial"/>
                <a:cs typeface="Arial"/>
              </a:defRPr>
            </a:defPPr>
            <a:lvl1pPr>
              <a:defRPr sz="1425" b="1">
                <a:solidFill>
                  <a:srgbClr val="009BB5"/>
                </a:solidFill>
                <a:latin typeface="Arial"/>
                <a:ea typeface="Arial"/>
                <a:cs typeface="Arial"/>
              </a:defRPr>
            </a:lvl1pPr>
            <a:lvl2pPr>
              <a:defRPr sz="1425" b="1">
                <a:solidFill>
                  <a:srgbClr val="009BB5"/>
                </a:solidFill>
                <a:latin typeface="Arial"/>
                <a:ea typeface="Arial"/>
                <a:cs typeface="Arial"/>
              </a:defRPr>
            </a:lvl2pPr>
            <a:lvl3pPr>
              <a:defRPr sz="1425" b="1">
                <a:solidFill>
                  <a:srgbClr val="009BB5"/>
                </a:solidFill>
                <a:latin typeface="Arial"/>
                <a:ea typeface="Arial"/>
                <a:cs typeface="Arial"/>
              </a:defRPr>
            </a:lvl3pPr>
            <a:lvl4pPr>
              <a:defRPr sz="1425" b="1">
                <a:solidFill>
                  <a:srgbClr val="009BB5"/>
                </a:solidFill>
                <a:latin typeface="Arial"/>
                <a:ea typeface="Arial"/>
                <a:cs typeface="Arial"/>
              </a:defRPr>
            </a:lvl4pPr>
            <a:lvl5pPr>
              <a:defRPr sz="1425" b="1">
                <a:solidFill>
                  <a:srgbClr val="009BB5"/>
                </a:solidFill>
                <a:latin typeface="Arial"/>
                <a:ea typeface="Arial"/>
                <a:cs typeface="Arial"/>
              </a:defRPr>
            </a:lvl5pPr>
            <a:lvl6pPr>
              <a:defRPr sz="1425" b="1">
                <a:solidFill>
                  <a:srgbClr val="009BB5"/>
                </a:solidFill>
                <a:latin typeface="Arial"/>
                <a:ea typeface="Arial"/>
                <a:cs typeface="Arial"/>
              </a:defRPr>
            </a:lvl6pPr>
            <a:lvl7pPr>
              <a:defRPr sz="1425" b="1">
                <a:solidFill>
                  <a:srgbClr val="009BB5"/>
                </a:solidFill>
                <a:latin typeface="Arial"/>
                <a:ea typeface="Arial"/>
                <a:cs typeface="Arial"/>
              </a:defRPr>
            </a:lvl7pPr>
            <a:lvl8pPr>
              <a:defRPr sz="1425" b="1">
                <a:solidFill>
                  <a:srgbClr val="009BB5"/>
                </a:solidFill>
                <a:latin typeface="Arial"/>
                <a:ea typeface="Arial"/>
                <a:cs typeface="Arial"/>
              </a:defRPr>
            </a:lvl8pPr>
            <a:lvl9pPr>
              <a:defRPr sz="1425" b="1">
                <a:solidFill>
                  <a:srgbClr val="009BB5"/>
                </a:solidFill>
                <a:latin typeface="Arial"/>
                <a:ea typeface="Arial"/>
                <a:cs typeface="Arial"/>
              </a:defRPr>
            </a:lvl9pPr>
          </a:lstStyle>
          <a:p xmlns:a="http://schemas.openxmlformats.org/drawingml/2006/main">
            <a:pPr>
              <a:defRPr sz="1425" b="1">
                <a:solidFill>
                  <a:srgbClr val="009BB5"/>
                </a:solidFill>
                <a:latin typeface="Arial"/>
                <a:ea typeface="Arial"/>
                <a:cs typeface="Arial"/>
              </a:defRPr>
            </a:pPr>
            <a:r>
              <a:rPr sz="1425" b="1">
                <a:solidFill>
                  <a:srgbClr val="009BB5"/>
                </a:solidFill>
                <a:latin typeface="Arial"/>
                <a:ea typeface="Arial"/>
                <a:cs typeface="Arial"/>
              </a:rPr>
              <a:t>Structured generation</a:t>
            </a:r>
          </a:p>
        </p:txBody>
      </p:sp>
      <p:sp>
        <p:nvSpPr>
          <p:cNvPr id="150" name="">
            <a:extLst xmlns:a="http://schemas.openxmlformats.org/drawingml/2006/main">
              <a:ext uri="{FF2B5EF4-FFF2-40B4-BE49-F238E27FC236}">
                <a16:creationId xmlns:a16="http://schemas.microsoft.com/office/drawing/2014/main" id="{9881EEDE-72A5-4848-946B-13330D138F86}"/>
              </a:ext>
            </a:extLst>
          </p:cNvPr>
          <p:cNvSpPr>
            <a:spLocks xmlns:a="http://schemas.openxmlformats.org/drawingml/2006/main" noGrp="1"/>
          </p:cNvSpPr>
          <p:nvPr/>
        </p:nvSpPr>
        <p:spPr>
          <a:xfrm xmlns:a="http://schemas.openxmlformats.org/drawingml/2006/main">
            <a:off x="23367600" y="18430875"/>
            <a:ext cx="599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22B3D"/>
                </a:solidFill>
                <a:latin typeface="Arial"/>
                <a:ea typeface="Arial"/>
                <a:cs typeface="Arial"/>
              </a:defRPr>
            </a:defPPr>
            <a:lvl1pPr>
              <a:defRPr sz="1200" b="0">
                <a:solidFill>
                  <a:srgbClr val="122B3D"/>
                </a:solidFill>
                <a:latin typeface="Arial"/>
                <a:ea typeface="Arial"/>
                <a:cs typeface="Arial"/>
              </a:defRPr>
            </a:lvl1pPr>
            <a:lvl2pPr>
              <a:defRPr sz="1200" b="0">
                <a:solidFill>
                  <a:srgbClr val="122B3D"/>
                </a:solidFill>
                <a:latin typeface="Arial"/>
                <a:ea typeface="Arial"/>
                <a:cs typeface="Arial"/>
              </a:defRPr>
            </a:lvl2pPr>
            <a:lvl3pPr>
              <a:defRPr sz="1200" b="0">
                <a:solidFill>
                  <a:srgbClr val="122B3D"/>
                </a:solidFill>
                <a:latin typeface="Arial"/>
                <a:ea typeface="Arial"/>
                <a:cs typeface="Arial"/>
              </a:defRPr>
            </a:lvl3pPr>
            <a:lvl4pPr>
              <a:defRPr sz="1200" b="0">
                <a:solidFill>
                  <a:srgbClr val="122B3D"/>
                </a:solidFill>
                <a:latin typeface="Arial"/>
                <a:ea typeface="Arial"/>
                <a:cs typeface="Arial"/>
              </a:defRPr>
            </a:lvl4pPr>
            <a:lvl5pPr>
              <a:defRPr sz="1200" b="0">
                <a:solidFill>
                  <a:srgbClr val="122B3D"/>
                </a:solidFill>
                <a:latin typeface="Arial"/>
                <a:ea typeface="Arial"/>
                <a:cs typeface="Arial"/>
              </a:defRPr>
            </a:lvl5pPr>
            <a:lvl6pPr>
              <a:defRPr sz="1200" b="0">
                <a:solidFill>
                  <a:srgbClr val="122B3D"/>
                </a:solidFill>
                <a:latin typeface="Arial"/>
                <a:ea typeface="Arial"/>
                <a:cs typeface="Arial"/>
              </a:defRPr>
            </a:lvl6pPr>
            <a:lvl7pPr>
              <a:defRPr sz="1200" b="0">
                <a:solidFill>
                  <a:srgbClr val="122B3D"/>
                </a:solidFill>
                <a:latin typeface="Arial"/>
                <a:ea typeface="Arial"/>
                <a:cs typeface="Arial"/>
              </a:defRPr>
            </a:lvl7pPr>
            <a:lvl8pPr>
              <a:defRPr sz="1200" b="0">
                <a:solidFill>
                  <a:srgbClr val="122B3D"/>
                </a:solidFill>
                <a:latin typeface="Arial"/>
                <a:ea typeface="Arial"/>
                <a:cs typeface="Arial"/>
              </a:defRPr>
            </a:lvl8pPr>
            <a:lvl9pPr>
              <a:defRPr sz="1200" b="0">
                <a:solidFill>
                  <a:srgbClr val="122B3D"/>
                </a:solidFill>
                <a:latin typeface="Arial"/>
                <a:ea typeface="Arial"/>
                <a:cs typeface="Arial"/>
              </a:defRPr>
            </a:lvl9pPr>
          </a:lstStyle>
          <a:p xmlns:a="http://schemas.openxmlformats.org/drawingml/2006/main">
            <a:pPr>
              <a:defRPr sz="1200" b="0">
                <a:solidFill>
                  <a:srgbClr val="122B3D"/>
                </a:solidFill>
                <a:latin typeface="Arial"/>
                <a:ea typeface="Arial"/>
                <a:cs typeface="Arial"/>
              </a:defRPr>
            </a:pPr>
            <a:r>
              <a:rPr sz="1200" b="0">
                <a:solidFill>
                  <a:srgbClr val="122B3D"/>
                </a:solidFill>
                <a:latin typeface="Arial"/>
                <a:ea typeface="Arial"/>
                <a:cs typeface="Arial"/>
              </a:rPr>
              <a:t>Gemini returns a Boolean assessment and five important features with relevance descriptions.</a:t>
            </a:r>
          </a:p>
        </p:txBody>
      </p:sp>
      <p:sp>
        <p:nvSpPr>
          <p:cNvPr id="151" name="">
            <a:extLst xmlns:a="http://schemas.openxmlformats.org/drawingml/2006/main">
              <a:ext uri="{FF2B5EF4-FFF2-40B4-BE49-F238E27FC236}">
                <a16:creationId xmlns:a16="http://schemas.microsoft.com/office/drawing/2014/main" id="{6AD4D0B2-81BD-4CCE-8A3D-8F30FB1D9B58}"/>
              </a:ext>
            </a:extLst>
          </p:cNvPr>
          <p:cNvSpPr>
            <a:spLocks xmlns:a="http://schemas.openxmlformats.org/drawingml/2006/main" noGrp="1"/>
          </p:cNvSpPr>
          <p:nvPr/>
        </p:nvSpPr>
        <p:spPr>
          <a:xfrm xmlns:a="http://schemas.openxmlformats.org/drawingml/2006/main">
            <a:off x="16773525" y="19592925"/>
            <a:ext cx="6222600" cy="1447800"/>
          </a:xfrm>
          <a:prstGeom xmlns:a="http://schemas.openxmlformats.org/drawingml/2006/main" prst="rect">
            <a:avLst/>
          </a:prstGeom>
          <a:solidFill xmlns:a="http://schemas.openxmlformats.org/drawingml/2006/main">
            <a:srgbClr val="EAF5F8"/>
          </a:solidFill>
          <a:ln xmlns:a="http://schemas.openxmlformats.org/drawingml/2006/main" w="9525">
            <a:solidFill>
              <a:srgbClr val="BDD6DE"/>
            </a:solidFill>
            <a:prstDash val="solid"/>
          </a:ln>
        </p:spPr>
      </p:sp>
      <p:sp>
        <p:nvSpPr>
          <p:cNvPr id="152" name="">
            <a:extLst xmlns:a="http://schemas.openxmlformats.org/drawingml/2006/main">
              <a:ext uri="{FF2B5EF4-FFF2-40B4-BE49-F238E27FC236}">
                <a16:creationId xmlns:a16="http://schemas.microsoft.com/office/drawing/2014/main" id="{B54ADF8E-417B-4FC0-8EC9-75FFC396CFF6}"/>
              </a:ext>
            </a:extLst>
          </p:cNvPr>
          <p:cNvSpPr>
            <a:spLocks xmlns:a="http://schemas.openxmlformats.org/drawingml/2006/main" noGrp="1"/>
          </p:cNvSpPr>
          <p:nvPr/>
        </p:nvSpPr>
        <p:spPr>
          <a:xfrm xmlns:a="http://schemas.openxmlformats.org/drawingml/2006/main">
            <a:off x="16887825" y="19669125"/>
            <a:ext cx="599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425" b="1">
                <a:solidFill>
                  <a:srgbClr val="009BB5"/>
                </a:solidFill>
                <a:latin typeface="Arial"/>
                <a:ea typeface="Arial"/>
                <a:cs typeface="Arial"/>
              </a:defRPr>
            </a:defPPr>
            <a:lvl1pPr>
              <a:defRPr sz="1425" b="1">
                <a:solidFill>
                  <a:srgbClr val="009BB5"/>
                </a:solidFill>
                <a:latin typeface="Arial"/>
                <a:ea typeface="Arial"/>
                <a:cs typeface="Arial"/>
              </a:defRPr>
            </a:lvl1pPr>
            <a:lvl2pPr>
              <a:defRPr sz="1425" b="1">
                <a:solidFill>
                  <a:srgbClr val="009BB5"/>
                </a:solidFill>
                <a:latin typeface="Arial"/>
                <a:ea typeface="Arial"/>
                <a:cs typeface="Arial"/>
              </a:defRPr>
            </a:lvl2pPr>
            <a:lvl3pPr>
              <a:defRPr sz="1425" b="1">
                <a:solidFill>
                  <a:srgbClr val="009BB5"/>
                </a:solidFill>
                <a:latin typeface="Arial"/>
                <a:ea typeface="Arial"/>
                <a:cs typeface="Arial"/>
              </a:defRPr>
            </a:lvl3pPr>
            <a:lvl4pPr>
              <a:defRPr sz="1425" b="1">
                <a:solidFill>
                  <a:srgbClr val="009BB5"/>
                </a:solidFill>
                <a:latin typeface="Arial"/>
                <a:ea typeface="Arial"/>
                <a:cs typeface="Arial"/>
              </a:defRPr>
            </a:lvl4pPr>
            <a:lvl5pPr>
              <a:defRPr sz="1425" b="1">
                <a:solidFill>
                  <a:srgbClr val="009BB5"/>
                </a:solidFill>
                <a:latin typeface="Arial"/>
                <a:ea typeface="Arial"/>
                <a:cs typeface="Arial"/>
              </a:defRPr>
            </a:lvl5pPr>
            <a:lvl6pPr>
              <a:defRPr sz="1425" b="1">
                <a:solidFill>
                  <a:srgbClr val="009BB5"/>
                </a:solidFill>
                <a:latin typeface="Arial"/>
                <a:ea typeface="Arial"/>
                <a:cs typeface="Arial"/>
              </a:defRPr>
            </a:lvl6pPr>
            <a:lvl7pPr>
              <a:defRPr sz="1425" b="1">
                <a:solidFill>
                  <a:srgbClr val="009BB5"/>
                </a:solidFill>
                <a:latin typeface="Arial"/>
                <a:ea typeface="Arial"/>
                <a:cs typeface="Arial"/>
              </a:defRPr>
            </a:lvl7pPr>
            <a:lvl8pPr>
              <a:defRPr sz="1425" b="1">
                <a:solidFill>
                  <a:srgbClr val="009BB5"/>
                </a:solidFill>
                <a:latin typeface="Arial"/>
                <a:ea typeface="Arial"/>
                <a:cs typeface="Arial"/>
              </a:defRPr>
            </a:lvl8pPr>
            <a:lvl9pPr>
              <a:defRPr sz="1425" b="1">
                <a:solidFill>
                  <a:srgbClr val="009BB5"/>
                </a:solidFill>
                <a:latin typeface="Arial"/>
                <a:ea typeface="Arial"/>
                <a:cs typeface="Arial"/>
              </a:defRPr>
            </a:lvl9pPr>
          </a:lstStyle>
          <a:p xmlns:a="http://schemas.openxmlformats.org/drawingml/2006/main">
            <a:pPr>
              <a:defRPr sz="1425" b="1">
                <a:solidFill>
                  <a:srgbClr val="009BB5"/>
                </a:solidFill>
                <a:latin typeface="Arial"/>
                <a:ea typeface="Arial"/>
                <a:cs typeface="Arial"/>
              </a:defRPr>
            </a:pPr>
            <a:r>
              <a:rPr sz="1425" b="1">
                <a:solidFill>
                  <a:srgbClr val="009BB5"/>
                </a:solidFill>
                <a:latin typeface="Arial"/>
                <a:ea typeface="Arial"/>
                <a:cs typeface="Arial"/>
              </a:rPr>
              <a:t>Readable result</a:t>
            </a:r>
          </a:p>
        </p:txBody>
      </p:sp>
      <p:sp>
        <p:nvSpPr>
          <p:cNvPr id="153" name="">
            <a:extLst xmlns:a="http://schemas.openxmlformats.org/drawingml/2006/main">
              <a:ext uri="{FF2B5EF4-FFF2-40B4-BE49-F238E27FC236}">
                <a16:creationId xmlns:a16="http://schemas.microsoft.com/office/drawing/2014/main" id="{1ED20AFE-D4AB-4460-8B23-E78AA2B3685D}"/>
              </a:ext>
            </a:extLst>
          </p:cNvPr>
          <p:cNvSpPr>
            <a:spLocks xmlns:a="http://schemas.openxmlformats.org/drawingml/2006/main" noGrp="1"/>
          </p:cNvSpPr>
          <p:nvPr/>
        </p:nvSpPr>
        <p:spPr>
          <a:xfrm xmlns:a="http://schemas.openxmlformats.org/drawingml/2006/main">
            <a:off x="16887825" y="20050125"/>
            <a:ext cx="599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22B3D"/>
                </a:solidFill>
                <a:latin typeface="Arial"/>
                <a:ea typeface="Arial"/>
                <a:cs typeface="Arial"/>
              </a:defRPr>
            </a:defPPr>
            <a:lvl1pPr>
              <a:defRPr sz="1200" b="0">
                <a:solidFill>
                  <a:srgbClr val="122B3D"/>
                </a:solidFill>
                <a:latin typeface="Arial"/>
                <a:ea typeface="Arial"/>
                <a:cs typeface="Arial"/>
              </a:defRPr>
            </a:lvl1pPr>
            <a:lvl2pPr>
              <a:defRPr sz="1200" b="0">
                <a:solidFill>
                  <a:srgbClr val="122B3D"/>
                </a:solidFill>
                <a:latin typeface="Arial"/>
                <a:ea typeface="Arial"/>
                <a:cs typeface="Arial"/>
              </a:defRPr>
            </a:lvl2pPr>
            <a:lvl3pPr>
              <a:defRPr sz="1200" b="0">
                <a:solidFill>
                  <a:srgbClr val="122B3D"/>
                </a:solidFill>
                <a:latin typeface="Arial"/>
                <a:ea typeface="Arial"/>
                <a:cs typeface="Arial"/>
              </a:defRPr>
            </a:lvl3pPr>
            <a:lvl4pPr>
              <a:defRPr sz="1200" b="0">
                <a:solidFill>
                  <a:srgbClr val="122B3D"/>
                </a:solidFill>
                <a:latin typeface="Arial"/>
                <a:ea typeface="Arial"/>
                <a:cs typeface="Arial"/>
              </a:defRPr>
            </a:lvl4pPr>
            <a:lvl5pPr>
              <a:defRPr sz="1200" b="0">
                <a:solidFill>
                  <a:srgbClr val="122B3D"/>
                </a:solidFill>
                <a:latin typeface="Arial"/>
                <a:ea typeface="Arial"/>
                <a:cs typeface="Arial"/>
              </a:defRPr>
            </a:lvl5pPr>
            <a:lvl6pPr>
              <a:defRPr sz="1200" b="0">
                <a:solidFill>
                  <a:srgbClr val="122B3D"/>
                </a:solidFill>
                <a:latin typeface="Arial"/>
                <a:ea typeface="Arial"/>
                <a:cs typeface="Arial"/>
              </a:defRPr>
            </a:lvl6pPr>
            <a:lvl7pPr>
              <a:defRPr sz="1200" b="0">
                <a:solidFill>
                  <a:srgbClr val="122B3D"/>
                </a:solidFill>
                <a:latin typeface="Arial"/>
                <a:ea typeface="Arial"/>
                <a:cs typeface="Arial"/>
              </a:defRPr>
            </a:lvl7pPr>
            <a:lvl8pPr>
              <a:defRPr sz="1200" b="0">
                <a:solidFill>
                  <a:srgbClr val="122B3D"/>
                </a:solidFill>
                <a:latin typeface="Arial"/>
                <a:ea typeface="Arial"/>
                <a:cs typeface="Arial"/>
              </a:defRPr>
            </a:lvl8pPr>
            <a:lvl9pPr>
              <a:defRPr sz="1200" b="0">
                <a:solidFill>
                  <a:srgbClr val="122B3D"/>
                </a:solidFill>
                <a:latin typeface="Arial"/>
                <a:ea typeface="Arial"/>
                <a:cs typeface="Arial"/>
              </a:defRPr>
            </a:lvl9pPr>
          </a:lstStyle>
          <a:p xmlns:a="http://schemas.openxmlformats.org/drawingml/2006/main">
            <a:pPr>
              <a:defRPr sz="1200" b="0">
                <a:solidFill>
                  <a:srgbClr val="122B3D"/>
                </a:solidFill>
                <a:latin typeface="Arial"/>
                <a:ea typeface="Arial"/>
                <a:cs typeface="Arial"/>
              </a:defRPr>
            </a:pPr>
            <a:r>
              <a:rPr sz="1200" b="0">
                <a:solidFill>
                  <a:srgbClr val="122B3D"/>
                </a:solidFill>
                <a:latin typeface="Arial"/>
                <a:ea typeface="Arial"/>
                <a:cs typeface="Arial"/>
              </a:rPr>
              <a:t>Users connect the assessment to transit depth, periodicity, stellar context and signal quality.</a:t>
            </a:r>
          </a:p>
        </p:txBody>
      </p:sp>
      <p:sp>
        <p:nvSpPr>
          <p:cNvPr id="154" name="">
            <a:extLst xmlns:a="http://schemas.openxmlformats.org/drawingml/2006/main">
              <a:ext uri="{FF2B5EF4-FFF2-40B4-BE49-F238E27FC236}">
                <a16:creationId xmlns:a16="http://schemas.microsoft.com/office/drawing/2014/main" id="{F590CB9C-A2F4-4FF9-B15B-56E26D9D3BFF}"/>
              </a:ext>
            </a:extLst>
          </p:cNvPr>
          <p:cNvSpPr>
            <a:spLocks xmlns:a="http://schemas.openxmlformats.org/drawingml/2006/main" noGrp="1"/>
          </p:cNvSpPr>
          <p:nvPr/>
        </p:nvSpPr>
        <p:spPr>
          <a:xfrm xmlns:a="http://schemas.openxmlformats.org/drawingml/2006/main">
            <a:off x="23253300" y="19592925"/>
            <a:ext cx="6222600" cy="1447800"/>
          </a:xfrm>
          <a:prstGeom xmlns:a="http://schemas.openxmlformats.org/drawingml/2006/main" prst="rect">
            <a:avLst/>
          </a:prstGeom>
          <a:solidFill xmlns:a="http://schemas.openxmlformats.org/drawingml/2006/main">
            <a:srgbClr val="EAF5F8"/>
          </a:solidFill>
          <a:ln xmlns:a="http://schemas.openxmlformats.org/drawingml/2006/main" w="9525">
            <a:solidFill>
              <a:srgbClr val="BDD6DE"/>
            </a:solidFill>
            <a:prstDash val="solid"/>
          </a:ln>
        </p:spPr>
      </p:sp>
      <p:sp>
        <p:nvSpPr>
          <p:cNvPr id="155" name="">
            <a:extLst xmlns:a="http://schemas.openxmlformats.org/drawingml/2006/main">
              <a:ext uri="{FF2B5EF4-FFF2-40B4-BE49-F238E27FC236}">
                <a16:creationId xmlns:a16="http://schemas.microsoft.com/office/drawing/2014/main" id="{ED788029-5833-41E2-B85B-A7B6D78A5DCE}"/>
              </a:ext>
            </a:extLst>
          </p:cNvPr>
          <p:cNvSpPr>
            <a:spLocks xmlns:a="http://schemas.openxmlformats.org/drawingml/2006/main" noGrp="1"/>
          </p:cNvSpPr>
          <p:nvPr/>
        </p:nvSpPr>
        <p:spPr>
          <a:xfrm xmlns:a="http://schemas.openxmlformats.org/drawingml/2006/main">
            <a:off x="23367600" y="19669125"/>
            <a:ext cx="599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425" b="1">
                <a:solidFill>
                  <a:srgbClr val="009BB5"/>
                </a:solidFill>
                <a:latin typeface="Arial"/>
                <a:ea typeface="Arial"/>
                <a:cs typeface="Arial"/>
              </a:defRPr>
            </a:defPPr>
            <a:lvl1pPr>
              <a:defRPr sz="1425" b="1">
                <a:solidFill>
                  <a:srgbClr val="009BB5"/>
                </a:solidFill>
                <a:latin typeface="Arial"/>
                <a:ea typeface="Arial"/>
                <a:cs typeface="Arial"/>
              </a:defRPr>
            </a:lvl1pPr>
            <a:lvl2pPr>
              <a:defRPr sz="1425" b="1">
                <a:solidFill>
                  <a:srgbClr val="009BB5"/>
                </a:solidFill>
                <a:latin typeface="Arial"/>
                <a:ea typeface="Arial"/>
                <a:cs typeface="Arial"/>
              </a:defRPr>
            </a:lvl2pPr>
            <a:lvl3pPr>
              <a:defRPr sz="1425" b="1">
                <a:solidFill>
                  <a:srgbClr val="009BB5"/>
                </a:solidFill>
                <a:latin typeface="Arial"/>
                <a:ea typeface="Arial"/>
                <a:cs typeface="Arial"/>
              </a:defRPr>
            </a:lvl3pPr>
            <a:lvl4pPr>
              <a:defRPr sz="1425" b="1">
                <a:solidFill>
                  <a:srgbClr val="009BB5"/>
                </a:solidFill>
                <a:latin typeface="Arial"/>
                <a:ea typeface="Arial"/>
                <a:cs typeface="Arial"/>
              </a:defRPr>
            </a:lvl4pPr>
            <a:lvl5pPr>
              <a:defRPr sz="1425" b="1">
                <a:solidFill>
                  <a:srgbClr val="009BB5"/>
                </a:solidFill>
                <a:latin typeface="Arial"/>
                <a:ea typeface="Arial"/>
                <a:cs typeface="Arial"/>
              </a:defRPr>
            </a:lvl5pPr>
            <a:lvl6pPr>
              <a:defRPr sz="1425" b="1">
                <a:solidFill>
                  <a:srgbClr val="009BB5"/>
                </a:solidFill>
                <a:latin typeface="Arial"/>
                <a:ea typeface="Arial"/>
                <a:cs typeface="Arial"/>
              </a:defRPr>
            </a:lvl6pPr>
            <a:lvl7pPr>
              <a:defRPr sz="1425" b="1">
                <a:solidFill>
                  <a:srgbClr val="009BB5"/>
                </a:solidFill>
                <a:latin typeface="Arial"/>
                <a:ea typeface="Arial"/>
                <a:cs typeface="Arial"/>
              </a:defRPr>
            </a:lvl7pPr>
            <a:lvl8pPr>
              <a:defRPr sz="1425" b="1">
                <a:solidFill>
                  <a:srgbClr val="009BB5"/>
                </a:solidFill>
                <a:latin typeface="Arial"/>
                <a:ea typeface="Arial"/>
                <a:cs typeface="Arial"/>
              </a:defRPr>
            </a:lvl8pPr>
            <a:lvl9pPr>
              <a:defRPr sz="1425" b="1">
                <a:solidFill>
                  <a:srgbClr val="009BB5"/>
                </a:solidFill>
                <a:latin typeface="Arial"/>
                <a:ea typeface="Arial"/>
                <a:cs typeface="Arial"/>
              </a:defRPr>
            </a:lvl9pPr>
          </a:lstStyle>
          <a:p xmlns:a="http://schemas.openxmlformats.org/drawingml/2006/main">
            <a:pPr>
              <a:defRPr sz="1425" b="1">
                <a:solidFill>
                  <a:srgbClr val="009BB5"/>
                </a:solidFill>
                <a:latin typeface="Arial"/>
                <a:ea typeface="Arial"/>
                <a:cs typeface="Arial"/>
              </a:defRPr>
            </a:pPr>
            <a:r>
              <a:rPr sz="1425" b="1">
                <a:solidFill>
                  <a:srgbClr val="009BB5"/>
                </a:solidFill>
                <a:latin typeface="Arial"/>
                <a:ea typeface="Arial"/>
                <a:cs typeface="Arial"/>
              </a:rPr>
              <a:t>Intended role</a:t>
            </a:r>
          </a:p>
        </p:txBody>
      </p:sp>
      <p:sp>
        <p:nvSpPr>
          <p:cNvPr id="156" name="">
            <a:extLst xmlns:a="http://schemas.openxmlformats.org/drawingml/2006/main">
              <a:ext uri="{FF2B5EF4-FFF2-40B4-BE49-F238E27FC236}">
                <a16:creationId xmlns:a16="http://schemas.microsoft.com/office/drawing/2014/main" id="{70764E7D-C665-4306-9705-102EEDCC55CB}"/>
              </a:ext>
            </a:extLst>
          </p:cNvPr>
          <p:cNvSpPr>
            <a:spLocks xmlns:a="http://schemas.openxmlformats.org/drawingml/2006/main" noGrp="1"/>
          </p:cNvSpPr>
          <p:nvPr/>
        </p:nvSpPr>
        <p:spPr>
          <a:xfrm xmlns:a="http://schemas.openxmlformats.org/drawingml/2006/main">
            <a:off x="23367600" y="20050125"/>
            <a:ext cx="599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22B3D"/>
                </a:solidFill>
                <a:latin typeface="Arial"/>
                <a:ea typeface="Arial"/>
                <a:cs typeface="Arial"/>
              </a:defRPr>
            </a:defPPr>
            <a:lvl1pPr>
              <a:defRPr sz="1200" b="0">
                <a:solidFill>
                  <a:srgbClr val="122B3D"/>
                </a:solidFill>
                <a:latin typeface="Arial"/>
                <a:ea typeface="Arial"/>
                <a:cs typeface="Arial"/>
              </a:defRPr>
            </a:lvl1pPr>
            <a:lvl2pPr>
              <a:defRPr sz="1200" b="0">
                <a:solidFill>
                  <a:srgbClr val="122B3D"/>
                </a:solidFill>
                <a:latin typeface="Arial"/>
                <a:ea typeface="Arial"/>
                <a:cs typeface="Arial"/>
              </a:defRPr>
            </a:lvl2pPr>
            <a:lvl3pPr>
              <a:defRPr sz="1200" b="0">
                <a:solidFill>
                  <a:srgbClr val="122B3D"/>
                </a:solidFill>
                <a:latin typeface="Arial"/>
                <a:ea typeface="Arial"/>
                <a:cs typeface="Arial"/>
              </a:defRPr>
            </a:lvl3pPr>
            <a:lvl4pPr>
              <a:defRPr sz="1200" b="0">
                <a:solidFill>
                  <a:srgbClr val="122B3D"/>
                </a:solidFill>
                <a:latin typeface="Arial"/>
                <a:ea typeface="Arial"/>
                <a:cs typeface="Arial"/>
              </a:defRPr>
            </a:lvl4pPr>
            <a:lvl5pPr>
              <a:defRPr sz="1200" b="0">
                <a:solidFill>
                  <a:srgbClr val="122B3D"/>
                </a:solidFill>
                <a:latin typeface="Arial"/>
                <a:ea typeface="Arial"/>
                <a:cs typeface="Arial"/>
              </a:defRPr>
            </a:lvl5pPr>
            <a:lvl6pPr>
              <a:defRPr sz="1200" b="0">
                <a:solidFill>
                  <a:srgbClr val="122B3D"/>
                </a:solidFill>
                <a:latin typeface="Arial"/>
                <a:ea typeface="Arial"/>
                <a:cs typeface="Arial"/>
              </a:defRPr>
            </a:lvl6pPr>
            <a:lvl7pPr>
              <a:defRPr sz="1200" b="0">
                <a:solidFill>
                  <a:srgbClr val="122B3D"/>
                </a:solidFill>
                <a:latin typeface="Arial"/>
                <a:ea typeface="Arial"/>
                <a:cs typeface="Arial"/>
              </a:defRPr>
            </a:lvl7pPr>
            <a:lvl8pPr>
              <a:defRPr sz="1200" b="0">
                <a:solidFill>
                  <a:srgbClr val="122B3D"/>
                </a:solidFill>
                <a:latin typeface="Arial"/>
                <a:ea typeface="Arial"/>
                <a:cs typeface="Arial"/>
              </a:defRPr>
            </a:lvl8pPr>
            <a:lvl9pPr>
              <a:defRPr sz="1200" b="0">
                <a:solidFill>
                  <a:srgbClr val="122B3D"/>
                </a:solidFill>
                <a:latin typeface="Arial"/>
                <a:ea typeface="Arial"/>
                <a:cs typeface="Arial"/>
              </a:defRPr>
            </a:lvl9pPr>
          </a:lstStyle>
          <a:p xmlns:a="http://schemas.openxmlformats.org/drawingml/2006/main">
            <a:pPr>
              <a:defRPr sz="1200" b="0">
                <a:solidFill>
                  <a:srgbClr val="122B3D"/>
                </a:solidFill>
                <a:latin typeface="Arial"/>
                <a:ea typeface="Arial"/>
                <a:cs typeface="Arial"/>
              </a:defRPr>
            </a:pPr>
            <a:r>
              <a:rPr sz="1200" b="0">
                <a:solidFill>
                  <a:srgbClr val="122B3D"/>
                </a:solidFill>
                <a:latin typeface="Arial"/>
                <a:ea typeface="Arial"/>
                <a:cs typeface="Arial"/>
              </a:rPr>
              <a:t>The explanation supports learning and candidate triage, not scientific confirmation.</a:t>
            </a:r>
          </a:p>
        </p:txBody>
      </p:sp>
      <p:sp>
        <p:nvSpPr>
          <p:cNvPr id="157" name="">
            <a:extLst xmlns:a="http://schemas.openxmlformats.org/drawingml/2006/main">
              <a:ext uri="{FF2B5EF4-FFF2-40B4-BE49-F238E27FC236}">
                <a16:creationId xmlns:a16="http://schemas.microsoft.com/office/drawing/2014/main" id="{9405AAB8-B9CD-4256-8476-CF62F7323A3C}"/>
              </a:ext>
            </a:extLst>
          </p:cNvPr>
          <p:cNvSpPr>
            <a:spLocks xmlns:a="http://schemas.openxmlformats.org/drawingml/2006/main" noGrp="1"/>
          </p:cNvSpPr>
          <p:nvPr/>
        </p:nvSpPr>
        <p:spPr>
          <a:xfrm xmlns:a="http://schemas.openxmlformats.org/drawingml/2006/main">
            <a:off x="16773525" y="21326475"/>
            <a:ext cx="12616650" cy="1952625"/>
          </a:xfrm>
          <a:prstGeom xmlns:a="http://schemas.openxmlformats.org/drawingml/2006/main" prst="rect">
            <a:avLst/>
          </a:prstGeom>
          <a:solidFill xmlns:a="http://schemas.openxmlformats.org/drawingml/2006/main">
            <a:srgbClr val="FFF3DF"/>
          </a:solidFill>
          <a:ln xmlns:a="http://schemas.openxmlformats.org/drawingml/2006/main" w="19050">
            <a:solidFill>
              <a:srgbClr val="D88A18"/>
            </a:solidFill>
            <a:prstDash val="solid"/>
          </a:ln>
        </p:spPr>
      </p:sp>
      <p:sp>
        <p:nvSpPr>
          <p:cNvPr id="158" name="">
            <a:extLst xmlns:a="http://schemas.openxmlformats.org/drawingml/2006/main">
              <a:ext uri="{FF2B5EF4-FFF2-40B4-BE49-F238E27FC236}">
                <a16:creationId xmlns:a16="http://schemas.microsoft.com/office/drawing/2014/main" id="{E593AE01-F81F-4863-B0E9-D7365136B868}"/>
              </a:ext>
            </a:extLst>
          </p:cNvPr>
          <p:cNvSpPr>
            <a:spLocks xmlns:a="http://schemas.openxmlformats.org/drawingml/2006/main" noGrp="1"/>
          </p:cNvSpPr>
          <p:nvPr/>
        </p:nvSpPr>
        <p:spPr>
          <a:xfrm xmlns:a="http://schemas.openxmlformats.org/drawingml/2006/main">
            <a:off x="16925925" y="21450300"/>
            <a:ext cx="12311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500" b="1">
                <a:solidFill>
                  <a:srgbClr val="69450D"/>
                </a:solidFill>
                <a:latin typeface="Arial"/>
                <a:ea typeface="Arial"/>
                <a:cs typeface="Arial"/>
              </a:defRPr>
            </a:defPPr>
            <a:lvl1pPr>
              <a:defRPr sz="1500" b="1">
                <a:solidFill>
                  <a:srgbClr val="69450D"/>
                </a:solidFill>
                <a:latin typeface="Arial"/>
                <a:ea typeface="Arial"/>
                <a:cs typeface="Arial"/>
              </a:defRPr>
            </a:lvl1pPr>
            <a:lvl2pPr>
              <a:defRPr sz="1500" b="1">
                <a:solidFill>
                  <a:srgbClr val="69450D"/>
                </a:solidFill>
                <a:latin typeface="Arial"/>
                <a:ea typeface="Arial"/>
                <a:cs typeface="Arial"/>
              </a:defRPr>
            </a:lvl2pPr>
            <a:lvl3pPr>
              <a:defRPr sz="1500" b="1">
                <a:solidFill>
                  <a:srgbClr val="69450D"/>
                </a:solidFill>
                <a:latin typeface="Arial"/>
                <a:ea typeface="Arial"/>
                <a:cs typeface="Arial"/>
              </a:defRPr>
            </a:lvl3pPr>
            <a:lvl4pPr>
              <a:defRPr sz="1500" b="1">
                <a:solidFill>
                  <a:srgbClr val="69450D"/>
                </a:solidFill>
                <a:latin typeface="Arial"/>
                <a:ea typeface="Arial"/>
                <a:cs typeface="Arial"/>
              </a:defRPr>
            </a:lvl4pPr>
            <a:lvl5pPr>
              <a:defRPr sz="1500" b="1">
                <a:solidFill>
                  <a:srgbClr val="69450D"/>
                </a:solidFill>
                <a:latin typeface="Arial"/>
                <a:ea typeface="Arial"/>
                <a:cs typeface="Arial"/>
              </a:defRPr>
            </a:lvl5pPr>
            <a:lvl6pPr>
              <a:defRPr sz="1500" b="1">
                <a:solidFill>
                  <a:srgbClr val="69450D"/>
                </a:solidFill>
                <a:latin typeface="Arial"/>
                <a:ea typeface="Arial"/>
                <a:cs typeface="Arial"/>
              </a:defRPr>
            </a:lvl6pPr>
            <a:lvl7pPr>
              <a:defRPr sz="1500" b="1">
                <a:solidFill>
                  <a:srgbClr val="69450D"/>
                </a:solidFill>
                <a:latin typeface="Arial"/>
                <a:ea typeface="Arial"/>
                <a:cs typeface="Arial"/>
              </a:defRPr>
            </a:lvl7pPr>
            <a:lvl8pPr>
              <a:defRPr sz="1500" b="1">
                <a:solidFill>
                  <a:srgbClr val="69450D"/>
                </a:solidFill>
                <a:latin typeface="Arial"/>
                <a:ea typeface="Arial"/>
                <a:cs typeface="Arial"/>
              </a:defRPr>
            </a:lvl8pPr>
            <a:lvl9pPr>
              <a:defRPr sz="1500" b="1">
                <a:solidFill>
                  <a:srgbClr val="69450D"/>
                </a:solidFill>
                <a:latin typeface="Arial"/>
                <a:ea typeface="Arial"/>
                <a:cs typeface="Arial"/>
              </a:defRPr>
            </a:lvl9pPr>
          </a:lstStyle>
          <a:p xmlns:a="http://schemas.openxmlformats.org/drawingml/2006/main">
            <a:pPr>
              <a:defRPr sz="1500" b="1">
                <a:solidFill>
                  <a:srgbClr val="69450D"/>
                </a:solidFill>
                <a:latin typeface="Arial"/>
                <a:ea typeface="Arial"/>
                <a:cs typeface="Arial"/>
              </a:defRPr>
            </a:pPr>
            <a:r>
              <a:rPr sz="1500" b="1">
                <a:solidFill>
                  <a:srgbClr val="69450D"/>
                </a:solidFill>
                <a:latin typeface="Arial"/>
                <a:ea typeface="Arial"/>
                <a:cs typeface="Arial"/>
              </a:rPr>
              <a:t>Known implementation gaps</a:t>
            </a:r>
          </a:p>
        </p:txBody>
      </p:sp>
      <p:sp>
        <p:nvSpPr>
          <p:cNvPr id="159" name="">
            <a:extLst xmlns:a="http://schemas.openxmlformats.org/drawingml/2006/main">
              <a:ext uri="{FF2B5EF4-FFF2-40B4-BE49-F238E27FC236}">
                <a16:creationId xmlns:a16="http://schemas.microsoft.com/office/drawing/2014/main" id="{6CE1CFF2-E3AA-4C8F-9F3B-1D1E05A286D2}"/>
              </a:ext>
            </a:extLst>
          </p:cNvPr>
          <p:cNvSpPr>
            <a:spLocks xmlns:a="http://schemas.openxmlformats.org/drawingml/2006/main" noGrp="1"/>
          </p:cNvSpPr>
          <p:nvPr/>
        </p:nvSpPr>
        <p:spPr>
          <a:xfrm xmlns:a="http://schemas.openxmlformats.org/drawingml/2006/main">
            <a:off x="16925925" y="21850350"/>
            <a:ext cx="123118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350" b="0">
                <a:solidFill>
                  <a:srgbClr val="69450D"/>
                </a:solidFill>
                <a:latin typeface="Arial"/>
                <a:ea typeface="Arial"/>
                <a:cs typeface="Arial"/>
              </a:defRPr>
            </a:defPPr>
            <a:lvl1pPr>
              <a:defRPr sz="1350" b="0">
                <a:solidFill>
                  <a:srgbClr val="69450D"/>
                </a:solidFill>
                <a:latin typeface="Arial"/>
                <a:ea typeface="Arial"/>
                <a:cs typeface="Arial"/>
              </a:defRPr>
            </a:lvl1pPr>
            <a:lvl2pPr>
              <a:defRPr sz="1350" b="0">
                <a:solidFill>
                  <a:srgbClr val="69450D"/>
                </a:solidFill>
                <a:latin typeface="Arial"/>
                <a:ea typeface="Arial"/>
                <a:cs typeface="Arial"/>
              </a:defRPr>
            </a:lvl2pPr>
            <a:lvl3pPr>
              <a:defRPr sz="1350" b="0">
                <a:solidFill>
                  <a:srgbClr val="69450D"/>
                </a:solidFill>
                <a:latin typeface="Arial"/>
                <a:ea typeface="Arial"/>
                <a:cs typeface="Arial"/>
              </a:defRPr>
            </a:lvl3pPr>
            <a:lvl4pPr>
              <a:defRPr sz="1350" b="0">
                <a:solidFill>
                  <a:srgbClr val="69450D"/>
                </a:solidFill>
                <a:latin typeface="Arial"/>
                <a:ea typeface="Arial"/>
                <a:cs typeface="Arial"/>
              </a:defRPr>
            </a:lvl4pPr>
            <a:lvl5pPr>
              <a:defRPr sz="1350" b="0">
                <a:solidFill>
                  <a:srgbClr val="69450D"/>
                </a:solidFill>
                <a:latin typeface="Arial"/>
                <a:ea typeface="Arial"/>
                <a:cs typeface="Arial"/>
              </a:defRPr>
            </a:lvl5pPr>
            <a:lvl6pPr>
              <a:defRPr sz="1350" b="0">
                <a:solidFill>
                  <a:srgbClr val="69450D"/>
                </a:solidFill>
                <a:latin typeface="Arial"/>
                <a:ea typeface="Arial"/>
                <a:cs typeface="Arial"/>
              </a:defRPr>
            </a:lvl6pPr>
            <a:lvl7pPr>
              <a:defRPr sz="1350" b="0">
                <a:solidFill>
                  <a:srgbClr val="69450D"/>
                </a:solidFill>
                <a:latin typeface="Arial"/>
                <a:ea typeface="Arial"/>
                <a:cs typeface="Arial"/>
              </a:defRPr>
            </a:lvl7pPr>
            <a:lvl8pPr>
              <a:defRPr sz="1350" b="0">
                <a:solidFill>
                  <a:srgbClr val="69450D"/>
                </a:solidFill>
                <a:latin typeface="Arial"/>
                <a:ea typeface="Arial"/>
                <a:cs typeface="Arial"/>
              </a:defRPr>
            </a:lvl8pPr>
            <a:lvl9pPr>
              <a:defRPr sz="1350" b="0">
                <a:solidFill>
                  <a:srgbClr val="69450D"/>
                </a:solidFill>
                <a:latin typeface="Arial"/>
                <a:ea typeface="Arial"/>
                <a:cs typeface="Arial"/>
              </a:defRPr>
            </a:lvl9pPr>
          </a:lstStyle>
          <a:p xmlns:a="http://schemas.openxmlformats.org/drawingml/2006/main">
            <a:pPr>
              <a:defRPr sz="1350" b="0">
                <a:solidFill>
                  <a:srgbClr val="69450D"/>
                </a:solidFill>
                <a:latin typeface="Arial"/>
                <a:ea typeface="Arial"/>
                <a:cs typeface="Arial"/>
              </a:defRPr>
            </a:pPr>
            <a:r>
              <a:rPr sz="1350" b="0">
                <a:solidFill>
                  <a:srgbClr val="69450D"/>
                </a:solidFill>
                <a:latin typeface="Arial"/>
                <a:ea typeface="Arial"/>
                <a:cs typeface="Arial"/>
              </a:rPr>
              <a:t>The manual Gemini route maps answers to fixed 85%/15% confidence and defaults missing answers toward true. The upload route can return randomized fallback features when the Python service fails. Both behaviors must be removed or visibly labeled before scientific use.</a:t>
            </a:r>
          </a:p>
        </p:txBody>
      </p:sp>
      <p:sp>
        <p:nvSpPr>
          <p:cNvPr id="160" name="">
            <a:extLst xmlns:a="http://schemas.openxmlformats.org/drawingml/2006/main">
              <a:ext uri="{FF2B5EF4-FFF2-40B4-BE49-F238E27FC236}">
                <a16:creationId xmlns:a16="http://schemas.microsoft.com/office/drawing/2014/main" id="{BA74DDAA-4E1A-42AB-992C-547EAF2C4DE9}"/>
              </a:ext>
            </a:extLst>
          </p:cNvPr>
          <p:cNvSpPr>
            <a:spLocks xmlns:a="http://schemas.openxmlformats.org/drawingml/2006/main" noGrp="1"/>
          </p:cNvSpPr>
          <p:nvPr/>
        </p:nvSpPr>
        <p:spPr>
          <a:xfrm xmlns:a="http://schemas.openxmlformats.org/drawingml/2006/main">
            <a:off x="16602075" y="23879175"/>
            <a:ext cx="12959550" cy="742950"/>
          </a:xfrm>
          <a:prstGeom xmlns:a="http://schemas.openxmlformats.org/drawingml/2006/main" prst="rect">
            <a:avLst/>
          </a:prstGeom>
          <a:solidFill xmlns:a="http://schemas.openxmlformats.org/drawingml/2006/main">
            <a:srgbClr val="0A2C46"/>
          </a:solidFill>
          <a:ln xmlns:a="http://schemas.openxmlformats.org/drawingml/2006/main" w="0">
            <a:solidFill>
              <a:srgbClr val="0A2C46"/>
            </a:solidFill>
            <a:prstDash val="solid"/>
          </a:ln>
        </p:spPr>
      </p:sp>
      <p:sp>
        <p:nvSpPr>
          <p:cNvPr id="161" name="">
            <a:extLst xmlns:a="http://schemas.openxmlformats.org/drawingml/2006/main">
              <a:ext uri="{FF2B5EF4-FFF2-40B4-BE49-F238E27FC236}">
                <a16:creationId xmlns:a16="http://schemas.microsoft.com/office/drawing/2014/main" id="{19C30C68-D0B4-4851-9896-ECD8143C5355}"/>
              </a:ext>
            </a:extLst>
          </p:cNvPr>
          <p:cNvSpPr>
            <a:spLocks xmlns:a="http://schemas.openxmlformats.org/drawingml/2006/main" noGrp="1"/>
          </p:cNvSpPr>
          <p:nvPr/>
        </p:nvSpPr>
        <p:spPr>
          <a:xfrm xmlns:a="http://schemas.openxmlformats.org/drawingml/2006/main">
            <a:off x="16773525" y="23974425"/>
            <a:ext cx="57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2100" b="1">
                <a:solidFill>
                  <a:srgbClr val="16BFD0"/>
                </a:solidFill>
                <a:latin typeface="Arial"/>
                <a:ea typeface="Arial"/>
                <a:cs typeface="Arial"/>
              </a:defRPr>
            </a:defPPr>
            <a:lvl1pPr>
              <a:defRPr sz="2100" b="1">
                <a:solidFill>
                  <a:srgbClr val="16BFD0"/>
                </a:solidFill>
                <a:latin typeface="Arial"/>
                <a:ea typeface="Arial"/>
                <a:cs typeface="Arial"/>
              </a:defRPr>
            </a:lvl1pPr>
            <a:lvl2pPr>
              <a:defRPr sz="2100" b="1">
                <a:solidFill>
                  <a:srgbClr val="16BFD0"/>
                </a:solidFill>
                <a:latin typeface="Arial"/>
                <a:ea typeface="Arial"/>
                <a:cs typeface="Arial"/>
              </a:defRPr>
            </a:lvl2pPr>
            <a:lvl3pPr>
              <a:defRPr sz="2100" b="1">
                <a:solidFill>
                  <a:srgbClr val="16BFD0"/>
                </a:solidFill>
                <a:latin typeface="Arial"/>
                <a:ea typeface="Arial"/>
                <a:cs typeface="Arial"/>
              </a:defRPr>
            </a:lvl3pPr>
            <a:lvl4pPr>
              <a:defRPr sz="2100" b="1">
                <a:solidFill>
                  <a:srgbClr val="16BFD0"/>
                </a:solidFill>
                <a:latin typeface="Arial"/>
                <a:ea typeface="Arial"/>
                <a:cs typeface="Arial"/>
              </a:defRPr>
            </a:lvl4pPr>
            <a:lvl5pPr>
              <a:defRPr sz="2100" b="1">
                <a:solidFill>
                  <a:srgbClr val="16BFD0"/>
                </a:solidFill>
                <a:latin typeface="Arial"/>
                <a:ea typeface="Arial"/>
                <a:cs typeface="Arial"/>
              </a:defRPr>
            </a:lvl5pPr>
            <a:lvl6pPr>
              <a:defRPr sz="2100" b="1">
                <a:solidFill>
                  <a:srgbClr val="16BFD0"/>
                </a:solidFill>
                <a:latin typeface="Arial"/>
                <a:ea typeface="Arial"/>
                <a:cs typeface="Arial"/>
              </a:defRPr>
            </a:lvl6pPr>
            <a:lvl7pPr>
              <a:defRPr sz="2100" b="1">
                <a:solidFill>
                  <a:srgbClr val="16BFD0"/>
                </a:solidFill>
                <a:latin typeface="Arial"/>
                <a:ea typeface="Arial"/>
                <a:cs typeface="Arial"/>
              </a:defRPr>
            </a:lvl7pPr>
            <a:lvl8pPr>
              <a:defRPr sz="2100" b="1">
                <a:solidFill>
                  <a:srgbClr val="16BFD0"/>
                </a:solidFill>
                <a:latin typeface="Arial"/>
                <a:ea typeface="Arial"/>
                <a:cs typeface="Arial"/>
              </a:defRPr>
            </a:lvl8pPr>
            <a:lvl9pPr>
              <a:defRPr sz="2100" b="1">
                <a:solidFill>
                  <a:srgbClr val="16BFD0"/>
                </a:solidFill>
                <a:latin typeface="Arial"/>
                <a:ea typeface="Arial"/>
                <a:cs typeface="Arial"/>
              </a:defRPr>
            </a:lvl9pPr>
          </a:lstStyle>
          <a:p xmlns:a="http://schemas.openxmlformats.org/drawingml/2006/main">
            <a:pPr>
              <a:defRPr sz="2100" b="1">
                <a:solidFill>
                  <a:srgbClr val="16BFD0"/>
                </a:solidFill>
                <a:latin typeface="Arial"/>
                <a:ea typeface="Arial"/>
                <a:cs typeface="Arial"/>
              </a:defRPr>
            </a:pPr>
            <a:r>
              <a:rPr sz="2100" b="1">
                <a:solidFill>
                  <a:srgbClr val="16BFD0"/>
                </a:solidFill>
                <a:latin typeface="Arial"/>
                <a:ea typeface="Arial"/>
                <a:cs typeface="Arial"/>
              </a:rPr>
              <a:t>06</a:t>
            </a:r>
          </a:p>
        </p:txBody>
      </p:sp>
      <p:sp>
        <p:nvSpPr>
          <p:cNvPr id="162" name="">
            <a:extLst xmlns:a="http://schemas.openxmlformats.org/drawingml/2006/main">
              <a:ext uri="{FF2B5EF4-FFF2-40B4-BE49-F238E27FC236}">
                <a16:creationId xmlns:a16="http://schemas.microsoft.com/office/drawing/2014/main" id="{DFF73904-7F5A-440A-B47F-E354DDB033EA}"/>
              </a:ext>
            </a:extLst>
          </p:cNvPr>
          <p:cNvSpPr>
            <a:spLocks xmlns:a="http://schemas.openxmlformats.org/drawingml/2006/main" noGrp="1"/>
          </p:cNvSpPr>
          <p:nvPr/>
        </p:nvSpPr>
        <p:spPr>
          <a:xfrm xmlns:a="http://schemas.openxmlformats.org/drawingml/2006/main">
            <a:off x="17383125" y="23955375"/>
            <a:ext cx="12007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Current evidence and reproducibility status</a:t>
            </a:r>
          </a:p>
        </p:txBody>
      </p:sp>
      <p:sp>
        <p:nvSpPr>
          <p:cNvPr id="163" name="">
            <a:extLst xmlns:a="http://schemas.openxmlformats.org/drawingml/2006/main">
              <a:ext uri="{FF2B5EF4-FFF2-40B4-BE49-F238E27FC236}">
                <a16:creationId xmlns:a16="http://schemas.microsoft.com/office/drawing/2014/main" id="{0558C5B8-412F-4352-B595-D251C76D2AF9}"/>
              </a:ext>
            </a:extLst>
          </p:cNvPr>
          <p:cNvSpPr>
            <a:spLocks xmlns:a="http://schemas.openxmlformats.org/drawingml/2006/main" noGrp="1"/>
          </p:cNvSpPr>
          <p:nvPr/>
        </p:nvSpPr>
        <p:spPr>
          <a:xfrm xmlns:a="http://schemas.openxmlformats.org/drawingml/2006/main">
            <a:off x="16602075" y="24622125"/>
            <a:ext cx="12959550" cy="6858000"/>
          </a:xfrm>
          <a:prstGeom xmlns:a="http://schemas.openxmlformats.org/drawingml/2006/main" prst="rect">
            <a:avLst/>
          </a:prstGeom>
          <a:solidFill xmlns:a="http://schemas.openxmlformats.org/drawingml/2006/main">
            <a:srgbClr val="FFFFFF"/>
          </a:solidFill>
          <a:ln xmlns:a="http://schemas.openxmlformats.org/drawingml/2006/main" w="19050">
            <a:solidFill>
              <a:srgbClr val="BDD6DE"/>
            </a:solidFill>
            <a:prstDash val="solid"/>
          </a:ln>
        </p:spPr>
      </p:sp>
      <p:sp>
        <p:nvSpPr>
          <p:cNvPr id="164" name="">
            <a:extLst xmlns:a="http://schemas.openxmlformats.org/drawingml/2006/main">
              <a:ext uri="{FF2B5EF4-FFF2-40B4-BE49-F238E27FC236}">
                <a16:creationId xmlns:a16="http://schemas.microsoft.com/office/drawing/2014/main" id="{DDC184EF-1F07-4A39-9CD0-D7D840248D61}"/>
              </a:ext>
            </a:extLst>
          </p:cNvPr>
          <p:cNvSpPr>
            <a:spLocks xmlns:a="http://schemas.openxmlformats.org/drawingml/2006/main" noGrp="1"/>
          </p:cNvSpPr>
          <p:nvPr/>
        </p:nvSpPr>
        <p:spPr>
          <a:xfrm xmlns:a="http://schemas.openxmlformats.org/drawingml/2006/main">
            <a:off x="16773525" y="24793575"/>
            <a:ext cx="2857500" cy="590550"/>
          </a:xfrm>
          <a:prstGeom xmlns:a="http://schemas.openxmlformats.org/drawingml/2006/main" prst="rect">
            <a:avLst/>
          </a:prstGeom>
          <a:solidFill xmlns:a="http://schemas.openxmlformats.org/drawingml/2006/main">
            <a:srgbClr val="0A2C46"/>
          </a:solidFill>
          <a:ln xmlns:a="http://schemas.openxmlformats.org/drawingml/2006/main" w="0">
            <a:solidFill>
              <a:srgbClr val="0A2C46"/>
            </a:solidFill>
            <a:prstDash val="solid"/>
          </a:ln>
        </p:spPr>
      </p:sp>
      <p:sp>
        <p:nvSpPr>
          <p:cNvPr id="165" name="">
            <a:extLst xmlns:a="http://schemas.openxmlformats.org/drawingml/2006/main">
              <a:ext uri="{FF2B5EF4-FFF2-40B4-BE49-F238E27FC236}">
                <a16:creationId xmlns:a16="http://schemas.microsoft.com/office/drawing/2014/main" id="{5FFB558F-D1F6-4BBB-8655-530C28A1F746}"/>
              </a:ext>
            </a:extLst>
          </p:cNvPr>
          <p:cNvSpPr>
            <a:spLocks xmlns:a="http://schemas.openxmlformats.org/drawingml/2006/main" noGrp="1"/>
          </p:cNvSpPr>
          <p:nvPr/>
        </p:nvSpPr>
        <p:spPr>
          <a:xfrm xmlns:a="http://schemas.openxmlformats.org/drawingml/2006/main">
            <a:off x="16868775" y="24850725"/>
            <a:ext cx="266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350" b="1">
                <a:solidFill>
                  <a:srgbClr val="FFFFFF"/>
                </a:solidFill>
                <a:latin typeface="Arial"/>
                <a:ea typeface="Arial"/>
                <a:cs typeface="Arial"/>
              </a:defRPr>
            </a:defPPr>
            <a:lvl1pPr>
              <a:defRPr sz="1350" b="1">
                <a:solidFill>
                  <a:srgbClr val="FFFFFF"/>
                </a:solidFill>
                <a:latin typeface="Arial"/>
                <a:ea typeface="Arial"/>
                <a:cs typeface="Arial"/>
              </a:defRPr>
            </a:lvl1pPr>
            <a:lvl2pPr>
              <a:defRPr sz="1350" b="1">
                <a:solidFill>
                  <a:srgbClr val="FFFFFF"/>
                </a:solidFill>
                <a:latin typeface="Arial"/>
                <a:ea typeface="Arial"/>
                <a:cs typeface="Arial"/>
              </a:defRPr>
            </a:lvl2pPr>
            <a:lvl3pPr>
              <a:defRPr sz="1350" b="1">
                <a:solidFill>
                  <a:srgbClr val="FFFFFF"/>
                </a:solidFill>
                <a:latin typeface="Arial"/>
                <a:ea typeface="Arial"/>
                <a:cs typeface="Arial"/>
              </a:defRPr>
            </a:lvl3pPr>
            <a:lvl4pPr>
              <a:defRPr sz="1350" b="1">
                <a:solidFill>
                  <a:srgbClr val="FFFFFF"/>
                </a:solidFill>
                <a:latin typeface="Arial"/>
                <a:ea typeface="Arial"/>
                <a:cs typeface="Arial"/>
              </a:defRPr>
            </a:lvl4pPr>
            <a:lvl5pPr>
              <a:defRPr sz="1350" b="1">
                <a:solidFill>
                  <a:srgbClr val="FFFFFF"/>
                </a:solidFill>
                <a:latin typeface="Arial"/>
                <a:ea typeface="Arial"/>
                <a:cs typeface="Arial"/>
              </a:defRPr>
            </a:lvl5pPr>
            <a:lvl6pPr>
              <a:defRPr sz="1350" b="1">
                <a:solidFill>
                  <a:srgbClr val="FFFFFF"/>
                </a:solidFill>
                <a:latin typeface="Arial"/>
                <a:ea typeface="Arial"/>
                <a:cs typeface="Arial"/>
              </a:defRPr>
            </a:lvl6pPr>
            <a:lvl7pPr>
              <a:defRPr sz="1350" b="1">
                <a:solidFill>
                  <a:srgbClr val="FFFFFF"/>
                </a:solidFill>
                <a:latin typeface="Arial"/>
                <a:ea typeface="Arial"/>
                <a:cs typeface="Arial"/>
              </a:defRPr>
            </a:lvl7pPr>
            <a:lvl8pPr>
              <a:defRPr sz="1350" b="1">
                <a:solidFill>
                  <a:srgbClr val="FFFFFF"/>
                </a:solidFill>
                <a:latin typeface="Arial"/>
                <a:ea typeface="Arial"/>
                <a:cs typeface="Arial"/>
              </a:defRPr>
            </a:lvl8pPr>
            <a:lvl9pPr>
              <a:defRPr sz="1350" b="1">
                <a:solidFill>
                  <a:srgbClr val="FFFFFF"/>
                </a:solidFill>
                <a:latin typeface="Arial"/>
                <a:ea typeface="Arial"/>
                <a:cs typeface="Arial"/>
              </a:defRPr>
            </a:lvl9pPr>
          </a:lstStyle>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Artifact</a:t>
            </a:r>
          </a:p>
        </p:txBody>
      </p:sp>
      <p:sp>
        <p:nvSpPr>
          <p:cNvPr id="166" name="">
            <a:extLst xmlns:a="http://schemas.openxmlformats.org/drawingml/2006/main">
              <a:ext uri="{FF2B5EF4-FFF2-40B4-BE49-F238E27FC236}">
                <a16:creationId xmlns:a16="http://schemas.microsoft.com/office/drawing/2014/main" id="{EC280490-870B-49B7-BA4E-7064938D9174}"/>
              </a:ext>
            </a:extLst>
          </p:cNvPr>
          <p:cNvSpPr>
            <a:spLocks xmlns:a="http://schemas.openxmlformats.org/drawingml/2006/main" noGrp="1"/>
          </p:cNvSpPr>
          <p:nvPr/>
        </p:nvSpPr>
        <p:spPr>
          <a:xfrm xmlns:a="http://schemas.openxmlformats.org/drawingml/2006/main">
            <a:off x="19631025" y="24793575"/>
            <a:ext cx="5619750" cy="590550"/>
          </a:xfrm>
          <a:prstGeom xmlns:a="http://schemas.openxmlformats.org/drawingml/2006/main" prst="rect">
            <a:avLst/>
          </a:prstGeom>
          <a:solidFill xmlns:a="http://schemas.openxmlformats.org/drawingml/2006/main">
            <a:srgbClr val="0A2C46"/>
          </a:solidFill>
          <a:ln xmlns:a="http://schemas.openxmlformats.org/drawingml/2006/main" w="0">
            <a:solidFill>
              <a:srgbClr val="0A2C46"/>
            </a:solidFill>
            <a:prstDash val="solid"/>
          </a:ln>
        </p:spPr>
      </p:sp>
      <p:sp>
        <p:nvSpPr>
          <p:cNvPr id="167" name="">
            <a:extLst xmlns:a="http://schemas.openxmlformats.org/drawingml/2006/main">
              <a:ext uri="{FF2B5EF4-FFF2-40B4-BE49-F238E27FC236}">
                <a16:creationId xmlns:a16="http://schemas.microsoft.com/office/drawing/2014/main" id="{A793D5CB-5944-45CE-9E94-D63FD7DDDB80}"/>
              </a:ext>
            </a:extLst>
          </p:cNvPr>
          <p:cNvSpPr>
            <a:spLocks xmlns:a="http://schemas.openxmlformats.org/drawingml/2006/main" noGrp="1"/>
          </p:cNvSpPr>
          <p:nvPr/>
        </p:nvSpPr>
        <p:spPr>
          <a:xfrm xmlns:a="http://schemas.openxmlformats.org/drawingml/2006/main">
            <a:off x="19726275" y="24850725"/>
            <a:ext cx="542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350" b="1">
                <a:solidFill>
                  <a:srgbClr val="FFFFFF"/>
                </a:solidFill>
                <a:latin typeface="Arial"/>
                <a:ea typeface="Arial"/>
                <a:cs typeface="Arial"/>
              </a:defRPr>
            </a:defPPr>
            <a:lvl1pPr>
              <a:defRPr sz="1350" b="1">
                <a:solidFill>
                  <a:srgbClr val="FFFFFF"/>
                </a:solidFill>
                <a:latin typeface="Arial"/>
                <a:ea typeface="Arial"/>
                <a:cs typeface="Arial"/>
              </a:defRPr>
            </a:lvl1pPr>
            <a:lvl2pPr>
              <a:defRPr sz="1350" b="1">
                <a:solidFill>
                  <a:srgbClr val="FFFFFF"/>
                </a:solidFill>
                <a:latin typeface="Arial"/>
                <a:ea typeface="Arial"/>
                <a:cs typeface="Arial"/>
              </a:defRPr>
            </a:lvl2pPr>
            <a:lvl3pPr>
              <a:defRPr sz="1350" b="1">
                <a:solidFill>
                  <a:srgbClr val="FFFFFF"/>
                </a:solidFill>
                <a:latin typeface="Arial"/>
                <a:ea typeface="Arial"/>
                <a:cs typeface="Arial"/>
              </a:defRPr>
            </a:lvl3pPr>
            <a:lvl4pPr>
              <a:defRPr sz="1350" b="1">
                <a:solidFill>
                  <a:srgbClr val="FFFFFF"/>
                </a:solidFill>
                <a:latin typeface="Arial"/>
                <a:ea typeface="Arial"/>
                <a:cs typeface="Arial"/>
              </a:defRPr>
            </a:lvl4pPr>
            <a:lvl5pPr>
              <a:defRPr sz="1350" b="1">
                <a:solidFill>
                  <a:srgbClr val="FFFFFF"/>
                </a:solidFill>
                <a:latin typeface="Arial"/>
                <a:ea typeface="Arial"/>
                <a:cs typeface="Arial"/>
              </a:defRPr>
            </a:lvl5pPr>
            <a:lvl6pPr>
              <a:defRPr sz="1350" b="1">
                <a:solidFill>
                  <a:srgbClr val="FFFFFF"/>
                </a:solidFill>
                <a:latin typeface="Arial"/>
                <a:ea typeface="Arial"/>
                <a:cs typeface="Arial"/>
              </a:defRPr>
            </a:lvl6pPr>
            <a:lvl7pPr>
              <a:defRPr sz="1350" b="1">
                <a:solidFill>
                  <a:srgbClr val="FFFFFF"/>
                </a:solidFill>
                <a:latin typeface="Arial"/>
                <a:ea typeface="Arial"/>
                <a:cs typeface="Arial"/>
              </a:defRPr>
            </a:lvl7pPr>
            <a:lvl8pPr>
              <a:defRPr sz="1350" b="1">
                <a:solidFill>
                  <a:srgbClr val="FFFFFF"/>
                </a:solidFill>
                <a:latin typeface="Arial"/>
                <a:ea typeface="Arial"/>
                <a:cs typeface="Arial"/>
              </a:defRPr>
            </a:lvl8pPr>
            <a:lvl9pPr>
              <a:defRPr sz="1350" b="1">
                <a:solidFill>
                  <a:srgbClr val="FFFFFF"/>
                </a:solidFill>
                <a:latin typeface="Arial"/>
                <a:ea typeface="Arial"/>
                <a:cs typeface="Arial"/>
              </a:defRPr>
            </a:lvl9pPr>
          </a:lstStyle>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Repository evidence</a:t>
            </a:r>
          </a:p>
        </p:txBody>
      </p:sp>
      <p:sp>
        <p:nvSpPr>
          <p:cNvPr id="168" name="">
            <a:extLst xmlns:a="http://schemas.openxmlformats.org/drawingml/2006/main">
              <a:ext uri="{FF2B5EF4-FFF2-40B4-BE49-F238E27FC236}">
                <a16:creationId xmlns:a16="http://schemas.microsoft.com/office/drawing/2014/main" id="{106BC3E2-B018-46D7-8A4E-DF67718F4958}"/>
              </a:ext>
            </a:extLst>
          </p:cNvPr>
          <p:cNvSpPr>
            <a:spLocks xmlns:a="http://schemas.openxmlformats.org/drawingml/2006/main" noGrp="1"/>
          </p:cNvSpPr>
          <p:nvPr/>
        </p:nvSpPr>
        <p:spPr>
          <a:xfrm xmlns:a="http://schemas.openxmlformats.org/drawingml/2006/main">
            <a:off x="25250775" y="24793575"/>
            <a:ext cx="3429000" cy="590550"/>
          </a:xfrm>
          <a:prstGeom xmlns:a="http://schemas.openxmlformats.org/drawingml/2006/main" prst="rect">
            <a:avLst/>
          </a:prstGeom>
          <a:solidFill xmlns:a="http://schemas.openxmlformats.org/drawingml/2006/main">
            <a:srgbClr val="0A2C46"/>
          </a:solidFill>
          <a:ln xmlns:a="http://schemas.openxmlformats.org/drawingml/2006/main" w="0">
            <a:solidFill>
              <a:srgbClr val="0A2C46"/>
            </a:solidFill>
            <a:prstDash val="solid"/>
          </a:ln>
        </p:spPr>
      </p:sp>
      <p:sp>
        <p:nvSpPr>
          <p:cNvPr id="169" name="">
            <a:extLst xmlns:a="http://schemas.openxmlformats.org/drawingml/2006/main">
              <a:ext uri="{FF2B5EF4-FFF2-40B4-BE49-F238E27FC236}">
                <a16:creationId xmlns:a16="http://schemas.microsoft.com/office/drawing/2014/main" id="{8BEA5719-CC21-4F2D-952F-EC79023B6B7A}"/>
              </a:ext>
            </a:extLst>
          </p:cNvPr>
          <p:cNvSpPr>
            <a:spLocks xmlns:a="http://schemas.openxmlformats.org/drawingml/2006/main" noGrp="1"/>
          </p:cNvSpPr>
          <p:nvPr/>
        </p:nvSpPr>
        <p:spPr>
          <a:xfrm xmlns:a="http://schemas.openxmlformats.org/drawingml/2006/main">
            <a:off x="25346025" y="24850725"/>
            <a:ext cx="3238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350" b="1">
                <a:solidFill>
                  <a:srgbClr val="FFFFFF"/>
                </a:solidFill>
                <a:latin typeface="Arial"/>
                <a:ea typeface="Arial"/>
                <a:cs typeface="Arial"/>
              </a:defRPr>
            </a:defPPr>
            <a:lvl1pPr>
              <a:defRPr sz="1350" b="1">
                <a:solidFill>
                  <a:srgbClr val="FFFFFF"/>
                </a:solidFill>
                <a:latin typeface="Arial"/>
                <a:ea typeface="Arial"/>
                <a:cs typeface="Arial"/>
              </a:defRPr>
            </a:lvl1pPr>
            <a:lvl2pPr>
              <a:defRPr sz="1350" b="1">
                <a:solidFill>
                  <a:srgbClr val="FFFFFF"/>
                </a:solidFill>
                <a:latin typeface="Arial"/>
                <a:ea typeface="Arial"/>
                <a:cs typeface="Arial"/>
              </a:defRPr>
            </a:lvl2pPr>
            <a:lvl3pPr>
              <a:defRPr sz="1350" b="1">
                <a:solidFill>
                  <a:srgbClr val="FFFFFF"/>
                </a:solidFill>
                <a:latin typeface="Arial"/>
                <a:ea typeface="Arial"/>
                <a:cs typeface="Arial"/>
              </a:defRPr>
            </a:lvl3pPr>
            <a:lvl4pPr>
              <a:defRPr sz="1350" b="1">
                <a:solidFill>
                  <a:srgbClr val="FFFFFF"/>
                </a:solidFill>
                <a:latin typeface="Arial"/>
                <a:ea typeface="Arial"/>
                <a:cs typeface="Arial"/>
              </a:defRPr>
            </a:lvl4pPr>
            <a:lvl5pPr>
              <a:defRPr sz="1350" b="1">
                <a:solidFill>
                  <a:srgbClr val="FFFFFF"/>
                </a:solidFill>
                <a:latin typeface="Arial"/>
                <a:ea typeface="Arial"/>
                <a:cs typeface="Arial"/>
              </a:defRPr>
            </a:lvl5pPr>
            <a:lvl6pPr>
              <a:defRPr sz="1350" b="1">
                <a:solidFill>
                  <a:srgbClr val="FFFFFF"/>
                </a:solidFill>
                <a:latin typeface="Arial"/>
                <a:ea typeface="Arial"/>
                <a:cs typeface="Arial"/>
              </a:defRPr>
            </a:lvl6pPr>
            <a:lvl7pPr>
              <a:defRPr sz="1350" b="1">
                <a:solidFill>
                  <a:srgbClr val="FFFFFF"/>
                </a:solidFill>
                <a:latin typeface="Arial"/>
                <a:ea typeface="Arial"/>
                <a:cs typeface="Arial"/>
              </a:defRPr>
            </a:lvl7pPr>
            <a:lvl8pPr>
              <a:defRPr sz="1350" b="1">
                <a:solidFill>
                  <a:srgbClr val="FFFFFF"/>
                </a:solidFill>
                <a:latin typeface="Arial"/>
                <a:ea typeface="Arial"/>
                <a:cs typeface="Arial"/>
              </a:defRPr>
            </a:lvl8pPr>
            <a:lvl9pPr>
              <a:defRPr sz="1350" b="1">
                <a:solidFill>
                  <a:srgbClr val="FFFFFF"/>
                </a:solidFill>
                <a:latin typeface="Arial"/>
                <a:ea typeface="Arial"/>
                <a:cs typeface="Arial"/>
              </a:defRPr>
            </a:lvl9pPr>
          </a:lstStyle>
          <a:p xmlns:a="http://schemas.openxmlformats.org/drawingml/2006/main">
            <a:pPr>
              <a:defRPr sz="1350" b="1">
                <a:solidFill>
                  <a:srgbClr val="FFFFFF"/>
                </a:solidFill>
                <a:latin typeface="Arial"/>
                <a:ea typeface="Arial"/>
                <a:cs typeface="Arial"/>
              </a:defRPr>
            </a:pPr>
            <a:r>
              <a:rPr sz="1350" b="1">
                <a:solidFill>
                  <a:srgbClr val="FFFFFF"/>
                </a:solidFill>
                <a:latin typeface="Arial"/>
                <a:ea typeface="Arial"/>
                <a:cs typeface="Arial"/>
              </a:rPr>
              <a:t>Status</a:t>
            </a:r>
          </a:p>
        </p:txBody>
      </p:sp>
      <p:sp>
        <p:nvSpPr>
          <p:cNvPr id="170" name="">
            <a:extLst xmlns:a="http://schemas.openxmlformats.org/drawingml/2006/main">
              <a:ext uri="{FF2B5EF4-FFF2-40B4-BE49-F238E27FC236}">
                <a16:creationId xmlns:a16="http://schemas.microsoft.com/office/drawing/2014/main" id="{CF7D0429-1AFF-41B5-9122-3E47FEA2C0A4}"/>
              </a:ext>
            </a:extLst>
          </p:cNvPr>
          <p:cNvSpPr>
            <a:spLocks xmlns:a="http://schemas.openxmlformats.org/drawingml/2006/main" noGrp="1"/>
          </p:cNvSpPr>
          <p:nvPr/>
        </p:nvSpPr>
        <p:spPr>
          <a:xfrm xmlns:a="http://schemas.openxmlformats.org/drawingml/2006/main">
            <a:off x="16773525" y="25384125"/>
            <a:ext cx="285750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BDD6DE"/>
            </a:solidFill>
            <a:prstDash val="solid"/>
          </a:ln>
        </p:spPr>
      </p:sp>
      <p:sp>
        <p:nvSpPr>
          <p:cNvPr id="171" name="">
            <a:extLst xmlns:a="http://schemas.openxmlformats.org/drawingml/2006/main">
              <a:ext uri="{FF2B5EF4-FFF2-40B4-BE49-F238E27FC236}">
                <a16:creationId xmlns:a16="http://schemas.microsoft.com/office/drawing/2014/main" id="{E8FAE458-8DBD-4FBC-9426-1A8ACBFDAB35}"/>
              </a:ext>
            </a:extLst>
          </p:cNvPr>
          <p:cNvSpPr>
            <a:spLocks xmlns:a="http://schemas.openxmlformats.org/drawingml/2006/main" noGrp="1"/>
          </p:cNvSpPr>
          <p:nvPr/>
        </p:nvSpPr>
        <p:spPr>
          <a:xfrm xmlns:a="http://schemas.openxmlformats.org/drawingml/2006/main">
            <a:off x="16868775" y="25460325"/>
            <a:ext cx="266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22B3D"/>
                </a:solidFill>
                <a:latin typeface="Arial"/>
                <a:ea typeface="Arial"/>
                <a:cs typeface="Arial"/>
              </a:defRPr>
            </a:defPPr>
            <a:lvl1pPr>
              <a:defRPr sz="1200" b="0">
                <a:solidFill>
                  <a:srgbClr val="122B3D"/>
                </a:solidFill>
                <a:latin typeface="Arial"/>
                <a:ea typeface="Arial"/>
                <a:cs typeface="Arial"/>
              </a:defRPr>
            </a:lvl1pPr>
            <a:lvl2pPr>
              <a:defRPr sz="1200" b="0">
                <a:solidFill>
                  <a:srgbClr val="122B3D"/>
                </a:solidFill>
                <a:latin typeface="Arial"/>
                <a:ea typeface="Arial"/>
                <a:cs typeface="Arial"/>
              </a:defRPr>
            </a:lvl2pPr>
            <a:lvl3pPr>
              <a:defRPr sz="1200" b="0">
                <a:solidFill>
                  <a:srgbClr val="122B3D"/>
                </a:solidFill>
                <a:latin typeface="Arial"/>
                <a:ea typeface="Arial"/>
                <a:cs typeface="Arial"/>
              </a:defRPr>
            </a:lvl3pPr>
            <a:lvl4pPr>
              <a:defRPr sz="1200" b="0">
                <a:solidFill>
                  <a:srgbClr val="122B3D"/>
                </a:solidFill>
                <a:latin typeface="Arial"/>
                <a:ea typeface="Arial"/>
                <a:cs typeface="Arial"/>
              </a:defRPr>
            </a:lvl4pPr>
            <a:lvl5pPr>
              <a:defRPr sz="1200" b="0">
                <a:solidFill>
                  <a:srgbClr val="122B3D"/>
                </a:solidFill>
                <a:latin typeface="Arial"/>
                <a:ea typeface="Arial"/>
                <a:cs typeface="Arial"/>
              </a:defRPr>
            </a:lvl5pPr>
            <a:lvl6pPr>
              <a:defRPr sz="1200" b="0">
                <a:solidFill>
                  <a:srgbClr val="122B3D"/>
                </a:solidFill>
                <a:latin typeface="Arial"/>
                <a:ea typeface="Arial"/>
                <a:cs typeface="Arial"/>
              </a:defRPr>
            </a:lvl6pPr>
            <a:lvl7pPr>
              <a:defRPr sz="1200" b="0">
                <a:solidFill>
                  <a:srgbClr val="122B3D"/>
                </a:solidFill>
                <a:latin typeface="Arial"/>
                <a:ea typeface="Arial"/>
                <a:cs typeface="Arial"/>
              </a:defRPr>
            </a:lvl7pPr>
            <a:lvl8pPr>
              <a:defRPr sz="1200" b="0">
                <a:solidFill>
                  <a:srgbClr val="122B3D"/>
                </a:solidFill>
                <a:latin typeface="Arial"/>
                <a:ea typeface="Arial"/>
                <a:cs typeface="Arial"/>
              </a:defRPr>
            </a:lvl8pPr>
            <a:lvl9pPr>
              <a:defRPr sz="1200" b="0">
                <a:solidFill>
                  <a:srgbClr val="122B3D"/>
                </a:solidFill>
                <a:latin typeface="Arial"/>
                <a:ea typeface="Arial"/>
                <a:cs typeface="Arial"/>
              </a:defRPr>
            </a:lvl9pPr>
          </a:lstStyle>
          <a:p xmlns:a="http://schemas.openxmlformats.org/drawingml/2006/main">
            <a:pPr>
              <a:defRPr sz="1200" b="0">
                <a:solidFill>
                  <a:srgbClr val="122B3D"/>
                </a:solidFill>
                <a:latin typeface="Arial"/>
                <a:ea typeface="Arial"/>
                <a:cs typeface="Arial"/>
              </a:defRPr>
            </a:pPr>
            <a:r>
              <a:rPr sz="1200" b="0">
                <a:solidFill>
                  <a:srgbClr val="122B3D"/>
                </a:solidFill>
                <a:latin typeface="Arial"/>
                <a:ea typeface="Arial"/>
                <a:cs typeface="Arial"/>
              </a:rPr>
              <a:t>Interactive system</a:t>
            </a:r>
          </a:p>
        </p:txBody>
      </p:sp>
      <p:sp>
        <p:nvSpPr>
          <p:cNvPr id="172" name="">
            <a:extLst xmlns:a="http://schemas.openxmlformats.org/drawingml/2006/main">
              <a:ext uri="{FF2B5EF4-FFF2-40B4-BE49-F238E27FC236}">
                <a16:creationId xmlns:a16="http://schemas.microsoft.com/office/drawing/2014/main" id="{8436DF13-A947-484F-955A-6D59ED887913}"/>
              </a:ext>
            </a:extLst>
          </p:cNvPr>
          <p:cNvSpPr>
            <a:spLocks xmlns:a="http://schemas.openxmlformats.org/drawingml/2006/main" noGrp="1"/>
          </p:cNvSpPr>
          <p:nvPr/>
        </p:nvSpPr>
        <p:spPr>
          <a:xfrm xmlns:a="http://schemas.openxmlformats.org/drawingml/2006/main">
            <a:off x="19631025" y="25384125"/>
            <a:ext cx="561975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BDD6DE"/>
            </a:solidFill>
            <a:prstDash val="solid"/>
          </a:ln>
        </p:spPr>
      </p:sp>
      <p:sp>
        <p:nvSpPr>
          <p:cNvPr id="173" name="">
            <a:extLst xmlns:a="http://schemas.openxmlformats.org/drawingml/2006/main">
              <a:ext uri="{FF2B5EF4-FFF2-40B4-BE49-F238E27FC236}">
                <a16:creationId xmlns:a16="http://schemas.microsoft.com/office/drawing/2014/main" id="{84C85B77-3F32-40F8-97A7-9339DF217032}"/>
              </a:ext>
            </a:extLst>
          </p:cNvPr>
          <p:cNvSpPr>
            <a:spLocks xmlns:a="http://schemas.openxmlformats.org/drawingml/2006/main" noGrp="1"/>
          </p:cNvSpPr>
          <p:nvPr/>
        </p:nvSpPr>
        <p:spPr>
          <a:xfrm xmlns:a="http://schemas.openxmlformats.org/drawingml/2006/main">
            <a:off x="19726275" y="25460325"/>
            <a:ext cx="5429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22B3D"/>
                </a:solidFill>
                <a:latin typeface="Arial"/>
                <a:ea typeface="Arial"/>
                <a:cs typeface="Arial"/>
              </a:defRPr>
            </a:defPPr>
            <a:lvl1pPr>
              <a:defRPr sz="1200" b="0">
                <a:solidFill>
                  <a:srgbClr val="122B3D"/>
                </a:solidFill>
                <a:latin typeface="Arial"/>
                <a:ea typeface="Arial"/>
                <a:cs typeface="Arial"/>
              </a:defRPr>
            </a:lvl1pPr>
            <a:lvl2pPr>
              <a:defRPr sz="1200" b="0">
                <a:solidFill>
                  <a:srgbClr val="122B3D"/>
                </a:solidFill>
                <a:latin typeface="Arial"/>
                <a:ea typeface="Arial"/>
                <a:cs typeface="Arial"/>
              </a:defRPr>
            </a:lvl2pPr>
            <a:lvl3pPr>
              <a:defRPr sz="1200" b="0">
                <a:solidFill>
                  <a:srgbClr val="122B3D"/>
                </a:solidFill>
                <a:latin typeface="Arial"/>
                <a:ea typeface="Arial"/>
                <a:cs typeface="Arial"/>
              </a:defRPr>
            </a:lvl3pPr>
            <a:lvl4pPr>
              <a:defRPr sz="1200" b="0">
                <a:solidFill>
                  <a:srgbClr val="122B3D"/>
                </a:solidFill>
                <a:latin typeface="Arial"/>
                <a:ea typeface="Arial"/>
                <a:cs typeface="Arial"/>
              </a:defRPr>
            </a:lvl4pPr>
            <a:lvl5pPr>
              <a:defRPr sz="1200" b="0">
                <a:solidFill>
                  <a:srgbClr val="122B3D"/>
                </a:solidFill>
                <a:latin typeface="Arial"/>
                <a:ea typeface="Arial"/>
                <a:cs typeface="Arial"/>
              </a:defRPr>
            </a:lvl5pPr>
            <a:lvl6pPr>
              <a:defRPr sz="1200" b="0">
                <a:solidFill>
                  <a:srgbClr val="122B3D"/>
                </a:solidFill>
                <a:latin typeface="Arial"/>
                <a:ea typeface="Arial"/>
                <a:cs typeface="Arial"/>
              </a:defRPr>
            </a:lvl6pPr>
            <a:lvl7pPr>
              <a:defRPr sz="1200" b="0">
                <a:solidFill>
                  <a:srgbClr val="122B3D"/>
                </a:solidFill>
                <a:latin typeface="Arial"/>
                <a:ea typeface="Arial"/>
                <a:cs typeface="Arial"/>
              </a:defRPr>
            </a:lvl7pPr>
            <a:lvl8pPr>
              <a:defRPr sz="1200" b="0">
                <a:solidFill>
                  <a:srgbClr val="122B3D"/>
                </a:solidFill>
                <a:latin typeface="Arial"/>
                <a:ea typeface="Arial"/>
                <a:cs typeface="Arial"/>
              </a:defRPr>
            </a:lvl8pPr>
            <a:lvl9pPr>
              <a:defRPr sz="1200" b="0">
                <a:solidFill>
                  <a:srgbClr val="122B3D"/>
                </a:solidFill>
                <a:latin typeface="Arial"/>
                <a:ea typeface="Arial"/>
                <a:cs typeface="Arial"/>
              </a:defRPr>
            </a:lvl9pPr>
          </a:lstStyle>
          <a:p xmlns:a="http://schemas.openxmlformats.org/drawingml/2006/main">
            <a:pPr>
              <a:defRPr sz="1200" b="0">
                <a:solidFill>
                  <a:srgbClr val="122B3D"/>
                </a:solidFill>
                <a:latin typeface="Arial"/>
                <a:ea typeface="Arial"/>
                <a:cs typeface="Arial"/>
              </a:defRPr>
            </a:pPr>
            <a:r>
              <a:rPr sz="1200" b="0">
                <a:solidFill>
                  <a:srgbClr val="122B3D"/>
                </a:solidFill>
                <a:latin typeface="Arial"/>
                <a:ea typeface="Arial"/>
                <a:cs typeface="Arial"/>
              </a:rPr>
              <a:t>Manual input, FITS upload, results and 3D exploration</a:t>
            </a:r>
          </a:p>
        </p:txBody>
      </p:sp>
      <p:sp>
        <p:nvSpPr>
          <p:cNvPr id="174" name="">
            <a:extLst xmlns:a="http://schemas.openxmlformats.org/drawingml/2006/main">
              <a:ext uri="{FF2B5EF4-FFF2-40B4-BE49-F238E27FC236}">
                <a16:creationId xmlns:a16="http://schemas.microsoft.com/office/drawing/2014/main" id="{ACF25912-CA46-4FFE-BBE2-45305C6DDA6D}"/>
              </a:ext>
            </a:extLst>
          </p:cNvPr>
          <p:cNvSpPr>
            <a:spLocks xmlns:a="http://schemas.openxmlformats.org/drawingml/2006/main" noGrp="1"/>
          </p:cNvSpPr>
          <p:nvPr/>
        </p:nvSpPr>
        <p:spPr>
          <a:xfrm xmlns:a="http://schemas.openxmlformats.org/drawingml/2006/main">
            <a:off x="25250775" y="25384125"/>
            <a:ext cx="342900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BDD6DE"/>
            </a:solidFill>
            <a:prstDash val="solid"/>
          </a:ln>
        </p:spPr>
      </p:sp>
      <p:sp>
        <p:nvSpPr>
          <p:cNvPr id="175" name="">
            <a:extLst xmlns:a="http://schemas.openxmlformats.org/drawingml/2006/main">
              <a:ext uri="{FF2B5EF4-FFF2-40B4-BE49-F238E27FC236}">
                <a16:creationId xmlns:a16="http://schemas.microsoft.com/office/drawing/2014/main" id="{4C25E8A3-47EE-4082-BCA5-DE9D649E988C}"/>
              </a:ext>
            </a:extLst>
          </p:cNvPr>
          <p:cNvSpPr>
            <a:spLocks xmlns:a="http://schemas.openxmlformats.org/drawingml/2006/main" noGrp="1"/>
          </p:cNvSpPr>
          <p:nvPr/>
        </p:nvSpPr>
        <p:spPr>
          <a:xfrm xmlns:a="http://schemas.openxmlformats.org/drawingml/2006/main">
            <a:off x="25346025" y="25460325"/>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1">
                <a:solidFill>
                  <a:srgbClr val="009BB5"/>
                </a:solidFill>
                <a:latin typeface="Arial"/>
                <a:ea typeface="Arial"/>
                <a:cs typeface="Arial"/>
              </a:defRPr>
            </a:defPPr>
            <a:lvl1pPr>
              <a:defRPr sz="1200" b="1">
                <a:solidFill>
                  <a:srgbClr val="009BB5"/>
                </a:solidFill>
                <a:latin typeface="Arial"/>
                <a:ea typeface="Arial"/>
                <a:cs typeface="Arial"/>
              </a:defRPr>
            </a:lvl1pPr>
            <a:lvl2pPr>
              <a:defRPr sz="1200" b="1">
                <a:solidFill>
                  <a:srgbClr val="009BB5"/>
                </a:solidFill>
                <a:latin typeface="Arial"/>
                <a:ea typeface="Arial"/>
                <a:cs typeface="Arial"/>
              </a:defRPr>
            </a:lvl2pPr>
            <a:lvl3pPr>
              <a:defRPr sz="1200" b="1">
                <a:solidFill>
                  <a:srgbClr val="009BB5"/>
                </a:solidFill>
                <a:latin typeface="Arial"/>
                <a:ea typeface="Arial"/>
                <a:cs typeface="Arial"/>
              </a:defRPr>
            </a:lvl3pPr>
            <a:lvl4pPr>
              <a:defRPr sz="1200" b="1">
                <a:solidFill>
                  <a:srgbClr val="009BB5"/>
                </a:solidFill>
                <a:latin typeface="Arial"/>
                <a:ea typeface="Arial"/>
                <a:cs typeface="Arial"/>
              </a:defRPr>
            </a:lvl4pPr>
            <a:lvl5pPr>
              <a:defRPr sz="1200" b="1">
                <a:solidFill>
                  <a:srgbClr val="009BB5"/>
                </a:solidFill>
                <a:latin typeface="Arial"/>
                <a:ea typeface="Arial"/>
                <a:cs typeface="Arial"/>
              </a:defRPr>
            </a:lvl5pPr>
            <a:lvl6pPr>
              <a:defRPr sz="1200" b="1">
                <a:solidFill>
                  <a:srgbClr val="009BB5"/>
                </a:solidFill>
                <a:latin typeface="Arial"/>
                <a:ea typeface="Arial"/>
                <a:cs typeface="Arial"/>
              </a:defRPr>
            </a:lvl6pPr>
            <a:lvl7pPr>
              <a:defRPr sz="1200" b="1">
                <a:solidFill>
                  <a:srgbClr val="009BB5"/>
                </a:solidFill>
                <a:latin typeface="Arial"/>
                <a:ea typeface="Arial"/>
                <a:cs typeface="Arial"/>
              </a:defRPr>
            </a:lvl7pPr>
            <a:lvl8pPr>
              <a:defRPr sz="1200" b="1">
                <a:solidFill>
                  <a:srgbClr val="009BB5"/>
                </a:solidFill>
                <a:latin typeface="Arial"/>
                <a:ea typeface="Arial"/>
                <a:cs typeface="Arial"/>
              </a:defRPr>
            </a:lvl8pPr>
            <a:lvl9pPr>
              <a:defRPr sz="1200" b="1">
                <a:solidFill>
                  <a:srgbClr val="009BB5"/>
                </a:solidFill>
                <a:latin typeface="Arial"/>
                <a:ea typeface="Arial"/>
                <a:cs typeface="Arial"/>
              </a:defRPr>
            </a:lvl9pPr>
          </a:lstStyle>
          <a:p xmlns:a="http://schemas.openxmlformats.org/drawingml/2006/main">
            <a:pPr>
              <a:defRPr sz="1200" b="1">
                <a:solidFill>
                  <a:srgbClr val="009BB5"/>
                </a:solidFill>
                <a:latin typeface="Arial"/>
                <a:ea typeface="Arial"/>
                <a:cs typeface="Arial"/>
              </a:defRPr>
            </a:pPr>
            <a:r>
              <a:rPr sz="1200" b="1">
                <a:solidFill>
                  <a:srgbClr val="009BB5"/>
                </a:solidFill>
                <a:latin typeface="Arial"/>
                <a:ea typeface="Arial"/>
                <a:cs typeface="Arial"/>
              </a:rPr>
              <a:t>Implemented</a:t>
            </a:r>
          </a:p>
        </p:txBody>
      </p:sp>
      <p:sp>
        <p:nvSpPr>
          <p:cNvPr id="176" name="">
            <a:extLst xmlns:a="http://schemas.openxmlformats.org/drawingml/2006/main">
              <a:ext uri="{FF2B5EF4-FFF2-40B4-BE49-F238E27FC236}">
                <a16:creationId xmlns:a16="http://schemas.microsoft.com/office/drawing/2014/main" id="{81F15699-538B-4D3B-90F7-F1B9C71D1A86}"/>
              </a:ext>
            </a:extLst>
          </p:cNvPr>
          <p:cNvSpPr>
            <a:spLocks xmlns:a="http://schemas.openxmlformats.org/drawingml/2006/main" noGrp="1"/>
          </p:cNvSpPr>
          <p:nvPr/>
        </p:nvSpPr>
        <p:spPr>
          <a:xfrm xmlns:a="http://schemas.openxmlformats.org/drawingml/2006/main">
            <a:off x="16773525" y="26289000"/>
            <a:ext cx="2857500" cy="904875"/>
          </a:xfrm>
          <a:prstGeom xmlns:a="http://schemas.openxmlformats.org/drawingml/2006/main" prst="rect">
            <a:avLst/>
          </a:prstGeom>
          <a:solidFill xmlns:a="http://schemas.openxmlformats.org/drawingml/2006/main">
            <a:srgbClr val="EAF5F8"/>
          </a:solidFill>
          <a:ln xmlns:a="http://schemas.openxmlformats.org/drawingml/2006/main" w="9525">
            <a:solidFill>
              <a:srgbClr val="BDD6DE"/>
            </a:solidFill>
            <a:prstDash val="solid"/>
          </a:ln>
        </p:spPr>
      </p:sp>
      <p:sp>
        <p:nvSpPr>
          <p:cNvPr id="177" name="">
            <a:extLst xmlns:a="http://schemas.openxmlformats.org/drawingml/2006/main">
              <a:ext uri="{FF2B5EF4-FFF2-40B4-BE49-F238E27FC236}">
                <a16:creationId xmlns:a16="http://schemas.microsoft.com/office/drawing/2014/main" id="{C61A0423-8EE3-46B0-ACEE-7A2183D3D52F}"/>
              </a:ext>
            </a:extLst>
          </p:cNvPr>
          <p:cNvSpPr>
            <a:spLocks xmlns:a="http://schemas.openxmlformats.org/drawingml/2006/main" noGrp="1"/>
          </p:cNvSpPr>
          <p:nvPr/>
        </p:nvSpPr>
        <p:spPr>
          <a:xfrm xmlns:a="http://schemas.openxmlformats.org/drawingml/2006/main">
            <a:off x="16868775" y="26365200"/>
            <a:ext cx="266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22B3D"/>
                </a:solidFill>
                <a:latin typeface="Arial"/>
                <a:ea typeface="Arial"/>
                <a:cs typeface="Arial"/>
              </a:defRPr>
            </a:defPPr>
            <a:lvl1pPr>
              <a:defRPr sz="1200" b="0">
                <a:solidFill>
                  <a:srgbClr val="122B3D"/>
                </a:solidFill>
                <a:latin typeface="Arial"/>
                <a:ea typeface="Arial"/>
                <a:cs typeface="Arial"/>
              </a:defRPr>
            </a:lvl1pPr>
            <a:lvl2pPr>
              <a:defRPr sz="1200" b="0">
                <a:solidFill>
                  <a:srgbClr val="122B3D"/>
                </a:solidFill>
                <a:latin typeface="Arial"/>
                <a:ea typeface="Arial"/>
                <a:cs typeface="Arial"/>
              </a:defRPr>
            </a:lvl2pPr>
            <a:lvl3pPr>
              <a:defRPr sz="1200" b="0">
                <a:solidFill>
                  <a:srgbClr val="122B3D"/>
                </a:solidFill>
                <a:latin typeface="Arial"/>
                <a:ea typeface="Arial"/>
                <a:cs typeface="Arial"/>
              </a:defRPr>
            </a:lvl3pPr>
            <a:lvl4pPr>
              <a:defRPr sz="1200" b="0">
                <a:solidFill>
                  <a:srgbClr val="122B3D"/>
                </a:solidFill>
                <a:latin typeface="Arial"/>
                <a:ea typeface="Arial"/>
                <a:cs typeface="Arial"/>
              </a:defRPr>
            </a:lvl4pPr>
            <a:lvl5pPr>
              <a:defRPr sz="1200" b="0">
                <a:solidFill>
                  <a:srgbClr val="122B3D"/>
                </a:solidFill>
                <a:latin typeface="Arial"/>
                <a:ea typeface="Arial"/>
                <a:cs typeface="Arial"/>
              </a:defRPr>
            </a:lvl5pPr>
            <a:lvl6pPr>
              <a:defRPr sz="1200" b="0">
                <a:solidFill>
                  <a:srgbClr val="122B3D"/>
                </a:solidFill>
                <a:latin typeface="Arial"/>
                <a:ea typeface="Arial"/>
                <a:cs typeface="Arial"/>
              </a:defRPr>
            </a:lvl6pPr>
            <a:lvl7pPr>
              <a:defRPr sz="1200" b="0">
                <a:solidFill>
                  <a:srgbClr val="122B3D"/>
                </a:solidFill>
                <a:latin typeface="Arial"/>
                <a:ea typeface="Arial"/>
                <a:cs typeface="Arial"/>
              </a:defRPr>
            </a:lvl7pPr>
            <a:lvl8pPr>
              <a:defRPr sz="1200" b="0">
                <a:solidFill>
                  <a:srgbClr val="122B3D"/>
                </a:solidFill>
                <a:latin typeface="Arial"/>
                <a:ea typeface="Arial"/>
                <a:cs typeface="Arial"/>
              </a:defRPr>
            </a:lvl8pPr>
            <a:lvl9pPr>
              <a:defRPr sz="1200" b="0">
                <a:solidFill>
                  <a:srgbClr val="122B3D"/>
                </a:solidFill>
                <a:latin typeface="Arial"/>
                <a:ea typeface="Arial"/>
                <a:cs typeface="Arial"/>
              </a:defRPr>
            </a:lvl9pPr>
          </a:lstStyle>
          <a:p xmlns:a="http://schemas.openxmlformats.org/drawingml/2006/main">
            <a:pPr>
              <a:defRPr sz="1200" b="0">
                <a:solidFill>
                  <a:srgbClr val="122B3D"/>
                </a:solidFill>
                <a:latin typeface="Arial"/>
                <a:ea typeface="Arial"/>
                <a:cs typeface="Arial"/>
              </a:defRPr>
            </a:pPr>
            <a:r>
              <a:rPr sz="1200" b="0">
                <a:solidFill>
                  <a:srgbClr val="122B3D"/>
                </a:solidFill>
                <a:latin typeface="Arial"/>
                <a:ea typeface="Arial"/>
                <a:cs typeface="Arial"/>
              </a:rPr>
              <a:t>FITS feature pipeline</a:t>
            </a:r>
          </a:p>
        </p:txBody>
      </p:sp>
      <p:sp>
        <p:nvSpPr>
          <p:cNvPr id="178" name="">
            <a:extLst xmlns:a="http://schemas.openxmlformats.org/drawingml/2006/main">
              <a:ext uri="{FF2B5EF4-FFF2-40B4-BE49-F238E27FC236}">
                <a16:creationId xmlns:a16="http://schemas.microsoft.com/office/drawing/2014/main" id="{8708A430-11FF-4FF0-9EB3-5E8605671BA2}"/>
              </a:ext>
            </a:extLst>
          </p:cNvPr>
          <p:cNvSpPr>
            <a:spLocks xmlns:a="http://schemas.openxmlformats.org/drawingml/2006/main" noGrp="1"/>
          </p:cNvSpPr>
          <p:nvPr/>
        </p:nvSpPr>
        <p:spPr>
          <a:xfrm xmlns:a="http://schemas.openxmlformats.org/drawingml/2006/main">
            <a:off x="19631025" y="26289000"/>
            <a:ext cx="5619750" cy="904875"/>
          </a:xfrm>
          <a:prstGeom xmlns:a="http://schemas.openxmlformats.org/drawingml/2006/main" prst="rect">
            <a:avLst/>
          </a:prstGeom>
          <a:solidFill xmlns:a="http://schemas.openxmlformats.org/drawingml/2006/main">
            <a:srgbClr val="EAF5F8"/>
          </a:solidFill>
          <a:ln xmlns:a="http://schemas.openxmlformats.org/drawingml/2006/main" w="9525">
            <a:solidFill>
              <a:srgbClr val="BDD6DE"/>
            </a:solidFill>
            <a:prstDash val="solid"/>
          </a:ln>
        </p:spPr>
      </p:sp>
      <p:sp>
        <p:nvSpPr>
          <p:cNvPr id="179" name="">
            <a:extLst xmlns:a="http://schemas.openxmlformats.org/drawingml/2006/main">
              <a:ext uri="{FF2B5EF4-FFF2-40B4-BE49-F238E27FC236}">
                <a16:creationId xmlns:a16="http://schemas.microsoft.com/office/drawing/2014/main" id="{685E442F-CDB6-43AD-B911-E15F095274D4}"/>
              </a:ext>
            </a:extLst>
          </p:cNvPr>
          <p:cNvSpPr>
            <a:spLocks xmlns:a="http://schemas.openxmlformats.org/drawingml/2006/main" noGrp="1"/>
          </p:cNvSpPr>
          <p:nvPr/>
        </p:nvSpPr>
        <p:spPr>
          <a:xfrm xmlns:a="http://schemas.openxmlformats.org/drawingml/2006/main">
            <a:off x="19726275" y="26365200"/>
            <a:ext cx="5429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22B3D"/>
                </a:solidFill>
                <a:latin typeface="Arial"/>
                <a:ea typeface="Arial"/>
                <a:cs typeface="Arial"/>
              </a:defRPr>
            </a:defPPr>
            <a:lvl1pPr>
              <a:defRPr sz="1200" b="0">
                <a:solidFill>
                  <a:srgbClr val="122B3D"/>
                </a:solidFill>
                <a:latin typeface="Arial"/>
                <a:ea typeface="Arial"/>
                <a:cs typeface="Arial"/>
              </a:defRPr>
            </a:lvl1pPr>
            <a:lvl2pPr>
              <a:defRPr sz="1200" b="0">
                <a:solidFill>
                  <a:srgbClr val="122B3D"/>
                </a:solidFill>
                <a:latin typeface="Arial"/>
                <a:ea typeface="Arial"/>
                <a:cs typeface="Arial"/>
              </a:defRPr>
            </a:lvl2pPr>
            <a:lvl3pPr>
              <a:defRPr sz="1200" b="0">
                <a:solidFill>
                  <a:srgbClr val="122B3D"/>
                </a:solidFill>
                <a:latin typeface="Arial"/>
                <a:ea typeface="Arial"/>
                <a:cs typeface="Arial"/>
              </a:defRPr>
            </a:lvl3pPr>
            <a:lvl4pPr>
              <a:defRPr sz="1200" b="0">
                <a:solidFill>
                  <a:srgbClr val="122B3D"/>
                </a:solidFill>
                <a:latin typeface="Arial"/>
                <a:ea typeface="Arial"/>
                <a:cs typeface="Arial"/>
              </a:defRPr>
            </a:lvl4pPr>
            <a:lvl5pPr>
              <a:defRPr sz="1200" b="0">
                <a:solidFill>
                  <a:srgbClr val="122B3D"/>
                </a:solidFill>
                <a:latin typeface="Arial"/>
                <a:ea typeface="Arial"/>
                <a:cs typeface="Arial"/>
              </a:defRPr>
            </a:lvl5pPr>
            <a:lvl6pPr>
              <a:defRPr sz="1200" b="0">
                <a:solidFill>
                  <a:srgbClr val="122B3D"/>
                </a:solidFill>
                <a:latin typeface="Arial"/>
                <a:ea typeface="Arial"/>
                <a:cs typeface="Arial"/>
              </a:defRPr>
            </a:lvl6pPr>
            <a:lvl7pPr>
              <a:defRPr sz="1200" b="0">
                <a:solidFill>
                  <a:srgbClr val="122B3D"/>
                </a:solidFill>
                <a:latin typeface="Arial"/>
                <a:ea typeface="Arial"/>
                <a:cs typeface="Arial"/>
              </a:defRPr>
            </a:lvl7pPr>
            <a:lvl8pPr>
              <a:defRPr sz="1200" b="0">
                <a:solidFill>
                  <a:srgbClr val="122B3D"/>
                </a:solidFill>
                <a:latin typeface="Arial"/>
                <a:ea typeface="Arial"/>
                <a:cs typeface="Arial"/>
              </a:defRPr>
            </a:lvl8pPr>
            <a:lvl9pPr>
              <a:defRPr sz="1200" b="0">
                <a:solidFill>
                  <a:srgbClr val="122B3D"/>
                </a:solidFill>
                <a:latin typeface="Arial"/>
                <a:ea typeface="Arial"/>
                <a:cs typeface="Arial"/>
              </a:defRPr>
            </a:lvl9pPr>
          </a:lstStyle>
          <a:p xmlns:a="http://schemas.openxmlformats.org/drawingml/2006/main">
            <a:pPr>
              <a:defRPr sz="1200" b="0">
                <a:solidFill>
                  <a:srgbClr val="122B3D"/>
                </a:solidFill>
                <a:latin typeface="Arial"/>
                <a:ea typeface="Arial"/>
                <a:cs typeface="Arial"/>
              </a:defRPr>
            </a:pPr>
            <a:r>
              <a:rPr sz="1200" b="0">
                <a:solidFill>
                  <a:srgbClr val="122B3D"/>
                </a:solidFill>
                <a:latin typeface="Arial"/>
                <a:ea typeface="Arial"/>
                <a:cs typeface="Arial"/>
              </a:rPr>
              <a:t>Cleaning, normalization, interpolation and 37 features</a:t>
            </a:r>
          </a:p>
        </p:txBody>
      </p:sp>
      <p:sp>
        <p:nvSpPr>
          <p:cNvPr id="180" name="">
            <a:extLst xmlns:a="http://schemas.openxmlformats.org/drawingml/2006/main">
              <a:ext uri="{FF2B5EF4-FFF2-40B4-BE49-F238E27FC236}">
                <a16:creationId xmlns:a16="http://schemas.microsoft.com/office/drawing/2014/main" id="{C7A0D945-30BF-4306-84BD-AA84C64549B5}"/>
              </a:ext>
            </a:extLst>
          </p:cNvPr>
          <p:cNvSpPr>
            <a:spLocks xmlns:a="http://schemas.openxmlformats.org/drawingml/2006/main" noGrp="1"/>
          </p:cNvSpPr>
          <p:nvPr/>
        </p:nvSpPr>
        <p:spPr>
          <a:xfrm xmlns:a="http://schemas.openxmlformats.org/drawingml/2006/main">
            <a:off x="25250775" y="26289000"/>
            <a:ext cx="3429000" cy="904875"/>
          </a:xfrm>
          <a:prstGeom xmlns:a="http://schemas.openxmlformats.org/drawingml/2006/main" prst="rect">
            <a:avLst/>
          </a:prstGeom>
          <a:solidFill xmlns:a="http://schemas.openxmlformats.org/drawingml/2006/main">
            <a:srgbClr val="EAF5F8"/>
          </a:solidFill>
          <a:ln xmlns:a="http://schemas.openxmlformats.org/drawingml/2006/main" w="9525">
            <a:solidFill>
              <a:srgbClr val="BDD6DE"/>
            </a:solidFill>
            <a:prstDash val="solid"/>
          </a:ln>
        </p:spPr>
      </p:sp>
      <p:sp>
        <p:nvSpPr>
          <p:cNvPr id="181" name="">
            <a:extLst xmlns:a="http://schemas.openxmlformats.org/drawingml/2006/main">
              <a:ext uri="{FF2B5EF4-FFF2-40B4-BE49-F238E27FC236}">
                <a16:creationId xmlns:a16="http://schemas.microsoft.com/office/drawing/2014/main" id="{DB27D427-4131-40D9-823F-E8B9FB863273}"/>
              </a:ext>
            </a:extLst>
          </p:cNvPr>
          <p:cNvSpPr>
            <a:spLocks xmlns:a="http://schemas.openxmlformats.org/drawingml/2006/main" noGrp="1"/>
          </p:cNvSpPr>
          <p:nvPr/>
        </p:nvSpPr>
        <p:spPr>
          <a:xfrm xmlns:a="http://schemas.openxmlformats.org/drawingml/2006/main">
            <a:off x="25346025" y="26365200"/>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1">
                <a:solidFill>
                  <a:srgbClr val="009BB5"/>
                </a:solidFill>
                <a:latin typeface="Arial"/>
                <a:ea typeface="Arial"/>
                <a:cs typeface="Arial"/>
              </a:defRPr>
            </a:defPPr>
            <a:lvl1pPr>
              <a:defRPr sz="1200" b="1">
                <a:solidFill>
                  <a:srgbClr val="009BB5"/>
                </a:solidFill>
                <a:latin typeface="Arial"/>
                <a:ea typeface="Arial"/>
                <a:cs typeface="Arial"/>
              </a:defRPr>
            </a:lvl1pPr>
            <a:lvl2pPr>
              <a:defRPr sz="1200" b="1">
                <a:solidFill>
                  <a:srgbClr val="009BB5"/>
                </a:solidFill>
                <a:latin typeface="Arial"/>
                <a:ea typeface="Arial"/>
                <a:cs typeface="Arial"/>
              </a:defRPr>
            </a:lvl2pPr>
            <a:lvl3pPr>
              <a:defRPr sz="1200" b="1">
                <a:solidFill>
                  <a:srgbClr val="009BB5"/>
                </a:solidFill>
                <a:latin typeface="Arial"/>
                <a:ea typeface="Arial"/>
                <a:cs typeface="Arial"/>
              </a:defRPr>
            </a:lvl3pPr>
            <a:lvl4pPr>
              <a:defRPr sz="1200" b="1">
                <a:solidFill>
                  <a:srgbClr val="009BB5"/>
                </a:solidFill>
                <a:latin typeface="Arial"/>
                <a:ea typeface="Arial"/>
                <a:cs typeface="Arial"/>
              </a:defRPr>
            </a:lvl4pPr>
            <a:lvl5pPr>
              <a:defRPr sz="1200" b="1">
                <a:solidFill>
                  <a:srgbClr val="009BB5"/>
                </a:solidFill>
                <a:latin typeface="Arial"/>
                <a:ea typeface="Arial"/>
                <a:cs typeface="Arial"/>
              </a:defRPr>
            </a:lvl5pPr>
            <a:lvl6pPr>
              <a:defRPr sz="1200" b="1">
                <a:solidFill>
                  <a:srgbClr val="009BB5"/>
                </a:solidFill>
                <a:latin typeface="Arial"/>
                <a:ea typeface="Arial"/>
                <a:cs typeface="Arial"/>
              </a:defRPr>
            </a:lvl6pPr>
            <a:lvl7pPr>
              <a:defRPr sz="1200" b="1">
                <a:solidFill>
                  <a:srgbClr val="009BB5"/>
                </a:solidFill>
                <a:latin typeface="Arial"/>
                <a:ea typeface="Arial"/>
                <a:cs typeface="Arial"/>
              </a:defRPr>
            </a:lvl7pPr>
            <a:lvl8pPr>
              <a:defRPr sz="1200" b="1">
                <a:solidFill>
                  <a:srgbClr val="009BB5"/>
                </a:solidFill>
                <a:latin typeface="Arial"/>
                <a:ea typeface="Arial"/>
                <a:cs typeface="Arial"/>
              </a:defRPr>
            </a:lvl8pPr>
            <a:lvl9pPr>
              <a:defRPr sz="1200" b="1">
                <a:solidFill>
                  <a:srgbClr val="009BB5"/>
                </a:solidFill>
                <a:latin typeface="Arial"/>
                <a:ea typeface="Arial"/>
                <a:cs typeface="Arial"/>
              </a:defRPr>
            </a:lvl9pPr>
          </a:lstStyle>
          <a:p xmlns:a="http://schemas.openxmlformats.org/drawingml/2006/main">
            <a:pPr>
              <a:defRPr sz="1200" b="1">
                <a:solidFill>
                  <a:srgbClr val="009BB5"/>
                </a:solidFill>
                <a:latin typeface="Arial"/>
                <a:ea typeface="Arial"/>
                <a:cs typeface="Arial"/>
              </a:defRPr>
            </a:pPr>
            <a:r>
              <a:rPr sz="1200" b="1">
                <a:solidFill>
                  <a:srgbClr val="009BB5"/>
                </a:solidFill>
                <a:latin typeface="Arial"/>
                <a:ea typeface="Arial"/>
                <a:cs typeface="Arial"/>
              </a:rPr>
              <a:t>Implemented</a:t>
            </a:r>
          </a:p>
        </p:txBody>
      </p:sp>
      <p:sp>
        <p:nvSpPr>
          <p:cNvPr id="182" name="">
            <a:extLst xmlns:a="http://schemas.openxmlformats.org/drawingml/2006/main">
              <a:ext uri="{FF2B5EF4-FFF2-40B4-BE49-F238E27FC236}">
                <a16:creationId xmlns:a16="http://schemas.microsoft.com/office/drawing/2014/main" id="{6C919FDA-4DF3-43D6-9B4B-D929EE50C453}"/>
              </a:ext>
            </a:extLst>
          </p:cNvPr>
          <p:cNvSpPr>
            <a:spLocks xmlns:a="http://schemas.openxmlformats.org/drawingml/2006/main" noGrp="1"/>
          </p:cNvSpPr>
          <p:nvPr/>
        </p:nvSpPr>
        <p:spPr>
          <a:xfrm xmlns:a="http://schemas.openxmlformats.org/drawingml/2006/main">
            <a:off x="16773525" y="27193875"/>
            <a:ext cx="285750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BDD6DE"/>
            </a:solidFill>
            <a:prstDash val="solid"/>
          </a:ln>
        </p:spPr>
      </p:sp>
      <p:sp>
        <p:nvSpPr>
          <p:cNvPr id="183" name="">
            <a:extLst xmlns:a="http://schemas.openxmlformats.org/drawingml/2006/main">
              <a:ext uri="{FF2B5EF4-FFF2-40B4-BE49-F238E27FC236}">
                <a16:creationId xmlns:a16="http://schemas.microsoft.com/office/drawing/2014/main" id="{7775458A-82B7-4C34-BE09-1CD7D4600EE6}"/>
              </a:ext>
            </a:extLst>
          </p:cNvPr>
          <p:cNvSpPr>
            <a:spLocks xmlns:a="http://schemas.openxmlformats.org/drawingml/2006/main" noGrp="1"/>
          </p:cNvSpPr>
          <p:nvPr/>
        </p:nvSpPr>
        <p:spPr>
          <a:xfrm xmlns:a="http://schemas.openxmlformats.org/drawingml/2006/main">
            <a:off x="16868775" y="27270075"/>
            <a:ext cx="266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22B3D"/>
                </a:solidFill>
                <a:latin typeface="Arial"/>
                <a:ea typeface="Arial"/>
                <a:cs typeface="Arial"/>
              </a:defRPr>
            </a:defPPr>
            <a:lvl1pPr>
              <a:defRPr sz="1200" b="0">
                <a:solidFill>
                  <a:srgbClr val="122B3D"/>
                </a:solidFill>
                <a:latin typeface="Arial"/>
                <a:ea typeface="Arial"/>
                <a:cs typeface="Arial"/>
              </a:defRPr>
            </a:lvl1pPr>
            <a:lvl2pPr>
              <a:defRPr sz="1200" b="0">
                <a:solidFill>
                  <a:srgbClr val="122B3D"/>
                </a:solidFill>
                <a:latin typeface="Arial"/>
                <a:ea typeface="Arial"/>
                <a:cs typeface="Arial"/>
              </a:defRPr>
            </a:lvl2pPr>
            <a:lvl3pPr>
              <a:defRPr sz="1200" b="0">
                <a:solidFill>
                  <a:srgbClr val="122B3D"/>
                </a:solidFill>
                <a:latin typeface="Arial"/>
                <a:ea typeface="Arial"/>
                <a:cs typeface="Arial"/>
              </a:defRPr>
            </a:lvl3pPr>
            <a:lvl4pPr>
              <a:defRPr sz="1200" b="0">
                <a:solidFill>
                  <a:srgbClr val="122B3D"/>
                </a:solidFill>
                <a:latin typeface="Arial"/>
                <a:ea typeface="Arial"/>
                <a:cs typeface="Arial"/>
              </a:defRPr>
            </a:lvl4pPr>
            <a:lvl5pPr>
              <a:defRPr sz="1200" b="0">
                <a:solidFill>
                  <a:srgbClr val="122B3D"/>
                </a:solidFill>
                <a:latin typeface="Arial"/>
                <a:ea typeface="Arial"/>
                <a:cs typeface="Arial"/>
              </a:defRPr>
            </a:lvl5pPr>
            <a:lvl6pPr>
              <a:defRPr sz="1200" b="0">
                <a:solidFill>
                  <a:srgbClr val="122B3D"/>
                </a:solidFill>
                <a:latin typeface="Arial"/>
                <a:ea typeface="Arial"/>
                <a:cs typeface="Arial"/>
              </a:defRPr>
            </a:lvl6pPr>
            <a:lvl7pPr>
              <a:defRPr sz="1200" b="0">
                <a:solidFill>
                  <a:srgbClr val="122B3D"/>
                </a:solidFill>
                <a:latin typeface="Arial"/>
                <a:ea typeface="Arial"/>
                <a:cs typeface="Arial"/>
              </a:defRPr>
            </a:lvl7pPr>
            <a:lvl8pPr>
              <a:defRPr sz="1200" b="0">
                <a:solidFill>
                  <a:srgbClr val="122B3D"/>
                </a:solidFill>
                <a:latin typeface="Arial"/>
                <a:ea typeface="Arial"/>
                <a:cs typeface="Arial"/>
              </a:defRPr>
            </a:lvl8pPr>
            <a:lvl9pPr>
              <a:defRPr sz="1200" b="0">
                <a:solidFill>
                  <a:srgbClr val="122B3D"/>
                </a:solidFill>
                <a:latin typeface="Arial"/>
                <a:ea typeface="Arial"/>
                <a:cs typeface="Arial"/>
              </a:defRPr>
            </a:lvl9pPr>
          </a:lstStyle>
          <a:p xmlns:a="http://schemas.openxmlformats.org/drawingml/2006/main">
            <a:pPr>
              <a:defRPr sz="1200" b="0">
                <a:solidFill>
                  <a:srgbClr val="122B3D"/>
                </a:solidFill>
                <a:latin typeface="Arial"/>
                <a:ea typeface="Arial"/>
                <a:cs typeface="Arial"/>
              </a:defRPr>
            </a:pPr>
            <a:r>
              <a:rPr sz="1200" b="0">
                <a:solidFill>
                  <a:srgbClr val="122B3D"/>
                </a:solidFill>
                <a:latin typeface="Arial"/>
                <a:ea typeface="Arial"/>
                <a:cs typeface="Arial"/>
              </a:rPr>
              <a:t>Model experiments</a:t>
            </a:r>
          </a:p>
        </p:txBody>
      </p:sp>
      <p:sp>
        <p:nvSpPr>
          <p:cNvPr id="184" name="">
            <a:extLst xmlns:a="http://schemas.openxmlformats.org/drawingml/2006/main">
              <a:ext uri="{FF2B5EF4-FFF2-40B4-BE49-F238E27FC236}">
                <a16:creationId xmlns:a16="http://schemas.microsoft.com/office/drawing/2014/main" id="{7146B53D-3618-49D9-8A04-6E0E0DABF252}"/>
              </a:ext>
            </a:extLst>
          </p:cNvPr>
          <p:cNvSpPr>
            <a:spLocks xmlns:a="http://schemas.openxmlformats.org/drawingml/2006/main" noGrp="1"/>
          </p:cNvSpPr>
          <p:nvPr/>
        </p:nvSpPr>
        <p:spPr>
          <a:xfrm xmlns:a="http://schemas.openxmlformats.org/drawingml/2006/main">
            <a:off x="19631025" y="27193875"/>
            <a:ext cx="561975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BDD6DE"/>
            </a:solidFill>
            <a:prstDash val="solid"/>
          </a:ln>
        </p:spPr>
      </p:sp>
      <p:sp>
        <p:nvSpPr>
          <p:cNvPr id="185" name="">
            <a:extLst xmlns:a="http://schemas.openxmlformats.org/drawingml/2006/main">
              <a:ext uri="{FF2B5EF4-FFF2-40B4-BE49-F238E27FC236}">
                <a16:creationId xmlns:a16="http://schemas.microsoft.com/office/drawing/2014/main" id="{2A6409B9-1C95-4E06-9938-79D971AD7C42}"/>
              </a:ext>
            </a:extLst>
          </p:cNvPr>
          <p:cNvSpPr>
            <a:spLocks xmlns:a="http://schemas.openxmlformats.org/drawingml/2006/main" noGrp="1"/>
          </p:cNvSpPr>
          <p:nvPr/>
        </p:nvSpPr>
        <p:spPr>
          <a:xfrm xmlns:a="http://schemas.openxmlformats.org/drawingml/2006/main">
            <a:off x="19726275" y="27270075"/>
            <a:ext cx="5429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22B3D"/>
                </a:solidFill>
                <a:latin typeface="Arial"/>
                <a:ea typeface="Arial"/>
                <a:cs typeface="Arial"/>
              </a:defRPr>
            </a:defPPr>
            <a:lvl1pPr>
              <a:defRPr sz="1200" b="0">
                <a:solidFill>
                  <a:srgbClr val="122B3D"/>
                </a:solidFill>
                <a:latin typeface="Arial"/>
                <a:ea typeface="Arial"/>
                <a:cs typeface="Arial"/>
              </a:defRPr>
            </a:lvl1pPr>
            <a:lvl2pPr>
              <a:defRPr sz="1200" b="0">
                <a:solidFill>
                  <a:srgbClr val="122B3D"/>
                </a:solidFill>
                <a:latin typeface="Arial"/>
                <a:ea typeface="Arial"/>
                <a:cs typeface="Arial"/>
              </a:defRPr>
            </a:lvl2pPr>
            <a:lvl3pPr>
              <a:defRPr sz="1200" b="0">
                <a:solidFill>
                  <a:srgbClr val="122B3D"/>
                </a:solidFill>
                <a:latin typeface="Arial"/>
                <a:ea typeface="Arial"/>
                <a:cs typeface="Arial"/>
              </a:defRPr>
            </a:lvl3pPr>
            <a:lvl4pPr>
              <a:defRPr sz="1200" b="0">
                <a:solidFill>
                  <a:srgbClr val="122B3D"/>
                </a:solidFill>
                <a:latin typeface="Arial"/>
                <a:ea typeface="Arial"/>
                <a:cs typeface="Arial"/>
              </a:defRPr>
            </a:lvl4pPr>
            <a:lvl5pPr>
              <a:defRPr sz="1200" b="0">
                <a:solidFill>
                  <a:srgbClr val="122B3D"/>
                </a:solidFill>
                <a:latin typeface="Arial"/>
                <a:ea typeface="Arial"/>
                <a:cs typeface="Arial"/>
              </a:defRPr>
            </a:lvl5pPr>
            <a:lvl6pPr>
              <a:defRPr sz="1200" b="0">
                <a:solidFill>
                  <a:srgbClr val="122B3D"/>
                </a:solidFill>
                <a:latin typeface="Arial"/>
                <a:ea typeface="Arial"/>
                <a:cs typeface="Arial"/>
              </a:defRPr>
            </a:lvl6pPr>
            <a:lvl7pPr>
              <a:defRPr sz="1200" b="0">
                <a:solidFill>
                  <a:srgbClr val="122B3D"/>
                </a:solidFill>
                <a:latin typeface="Arial"/>
                <a:ea typeface="Arial"/>
                <a:cs typeface="Arial"/>
              </a:defRPr>
            </a:lvl7pPr>
            <a:lvl8pPr>
              <a:defRPr sz="1200" b="0">
                <a:solidFill>
                  <a:srgbClr val="122B3D"/>
                </a:solidFill>
                <a:latin typeface="Arial"/>
                <a:ea typeface="Arial"/>
                <a:cs typeface="Arial"/>
              </a:defRPr>
            </a:lvl8pPr>
            <a:lvl9pPr>
              <a:defRPr sz="1200" b="0">
                <a:solidFill>
                  <a:srgbClr val="122B3D"/>
                </a:solidFill>
                <a:latin typeface="Arial"/>
                <a:ea typeface="Arial"/>
                <a:cs typeface="Arial"/>
              </a:defRPr>
            </a:lvl9pPr>
          </a:lstStyle>
          <a:p xmlns:a="http://schemas.openxmlformats.org/drawingml/2006/main">
            <a:pPr>
              <a:defRPr sz="1200" b="0">
                <a:solidFill>
                  <a:srgbClr val="122B3D"/>
                </a:solidFill>
                <a:latin typeface="Arial"/>
                <a:ea typeface="Arial"/>
                <a:cs typeface="Arial"/>
              </a:defRPr>
            </a:pPr>
            <a:r>
              <a:rPr sz="1200" b="0">
                <a:solidFill>
                  <a:srgbClr val="122B3D"/>
                </a:solidFill>
                <a:latin typeface="Arial"/>
                <a:ea typeface="Arial"/>
                <a:cs typeface="Arial"/>
              </a:rPr>
              <a:t>RF, CNN, LSTM and MLP code with checkpoints</a:t>
            </a:r>
          </a:p>
        </p:txBody>
      </p:sp>
      <p:sp>
        <p:nvSpPr>
          <p:cNvPr id="186" name="">
            <a:extLst xmlns:a="http://schemas.openxmlformats.org/drawingml/2006/main">
              <a:ext uri="{FF2B5EF4-FFF2-40B4-BE49-F238E27FC236}">
                <a16:creationId xmlns:a16="http://schemas.microsoft.com/office/drawing/2014/main" id="{6AF24423-A298-41F0-B439-F44267E88966}"/>
              </a:ext>
            </a:extLst>
          </p:cNvPr>
          <p:cNvSpPr>
            <a:spLocks xmlns:a="http://schemas.openxmlformats.org/drawingml/2006/main" noGrp="1"/>
          </p:cNvSpPr>
          <p:nvPr/>
        </p:nvSpPr>
        <p:spPr>
          <a:xfrm xmlns:a="http://schemas.openxmlformats.org/drawingml/2006/main">
            <a:off x="25250775" y="27193875"/>
            <a:ext cx="342900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BDD6DE"/>
            </a:solidFill>
            <a:prstDash val="solid"/>
          </a:ln>
        </p:spPr>
      </p:sp>
      <p:sp>
        <p:nvSpPr>
          <p:cNvPr id="187" name="">
            <a:extLst xmlns:a="http://schemas.openxmlformats.org/drawingml/2006/main">
              <a:ext uri="{FF2B5EF4-FFF2-40B4-BE49-F238E27FC236}">
                <a16:creationId xmlns:a16="http://schemas.microsoft.com/office/drawing/2014/main" id="{F015491F-C85A-4097-9467-2B1B5C8B28E9}"/>
              </a:ext>
            </a:extLst>
          </p:cNvPr>
          <p:cNvSpPr>
            <a:spLocks xmlns:a="http://schemas.openxmlformats.org/drawingml/2006/main" noGrp="1"/>
          </p:cNvSpPr>
          <p:nvPr/>
        </p:nvSpPr>
        <p:spPr>
          <a:xfrm xmlns:a="http://schemas.openxmlformats.org/drawingml/2006/main">
            <a:off x="25346025" y="27270075"/>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1">
                <a:solidFill>
                  <a:srgbClr val="009BB5"/>
                </a:solidFill>
                <a:latin typeface="Arial"/>
                <a:ea typeface="Arial"/>
                <a:cs typeface="Arial"/>
              </a:defRPr>
            </a:defPPr>
            <a:lvl1pPr>
              <a:defRPr sz="1200" b="1">
                <a:solidFill>
                  <a:srgbClr val="009BB5"/>
                </a:solidFill>
                <a:latin typeface="Arial"/>
                <a:ea typeface="Arial"/>
                <a:cs typeface="Arial"/>
              </a:defRPr>
            </a:lvl1pPr>
            <a:lvl2pPr>
              <a:defRPr sz="1200" b="1">
                <a:solidFill>
                  <a:srgbClr val="009BB5"/>
                </a:solidFill>
                <a:latin typeface="Arial"/>
                <a:ea typeface="Arial"/>
                <a:cs typeface="Arial"/>
              </a:defRPr>
            </a:lvl2pPr>
            <a:lvl3pPr>
              <a:defRPr sz="1200" b="1">
                <a:solidFill>
                  <a:srgbClr val="009BB5"/>
                </a:solidFill>
                <a:latin typeface="Arial"/>
                <a:ea typeface="Arial"/>
                <a:cs typeface="Arial"/>
              </a:defRPr>
            </a:lvl3pPr>
            <a:lvl4pPr>
              <a:defRPr sz="1200" b="1">
                <a:solidFill>
                  <a:srgbClr val="009BB5"/>
                </a:solidFill>
                <a:latin typeface="Arial"/>
                <a:ea typeface="Arial"/>
                <a:cs typeface="Arial"/>
              </a:defRPr>
            </a:lvl4pPr>
            <a:lvl5pPr>
              <a:defRPr sz="1200" b="1">
                <a:solidFill>
                  <a:srgbClr val="009BB5"/>
                </a:solidFill>
                <a:latin typeface="Arial"/>
                <a:ea typeface="Arial"/>
                <a:cs typeface="Arial"/>
              </a:defRPr>
            </a:lvl5pPr>
            <a:lvl6pPr>
              <a:defRPr sz="1200" b="1">
                <a:solidFill>
                  <a:srgbClr val="009BB5"/>
                </a:solidFill>
                <a:latin typeface="Arial"/>
                <a:ea typeface="Arial"/>
                <a:cs typeface="Arial"/>
              </a:defRPr>
            </a:lvl6pPr>
            <a:lvl7pPr>
              <a:defRPr sz="1200" b="1">
                <a:solidFill>
                  <a:srgbClr val="009BB5"/>
                </a:solidFill>
                <a:latin typeface="Arial"/>
                <a:ea typeface="Arial"/>
                <a:cs typeface="Arial"/>
              </a:defRPr>
            </a:lvl7pPr>
            <a:lvl8pPr>
              <a:defRPr sz="1200" b="1">
                <a:solidFill>
                  <a:srgbClr val="009BB5"/>
                </a:solidFill>
                <a:latin typeface="Arial"/>
                <a:ea typeface="Arial"/>
                <a:cs typeface="Arial"/>
              </a:defRPr>
            </a:lvl8pPr>
            <a:lvl9pPr>
              <a:defRPr sz="1200" b="1">
                <a:solidFill>
                  <a:srgbClr val="009BB5"/>
                </a:solidFill>
                <a:latin typeface="Arial"/>
                <a:ea typeface="Arial"/>
                <a:cs typeface="Arial"/>
              </a:defRPr>
            </a:lvl9pPr>
          </a:lstStyle>
          <a:p xmlns:a="http://schemas.openxmlformats.org/drawingml/2006/main">
            <a:pPr>
              <a:defRPr sz="1200" b="1">
                <a:solidFill>
                  <a:srgbClr val="009BB5"/>
                </a:solidFill>
                <a:latin typeface="Arial"/>
                <a:ea typeface="Arial"/>
                <a:cs typeface="Arial"/>
              </a:defRPr>
            </a:pPr>
            <a:r>
              <a:rPr sz="1200" b="1">
                <a:solidFill>
                  <a:srgbClr val="009BB5"/>
                </a:solidFill>
                <a:latin typeface="Arial"/>
                <a:ea typeface="Arial"/>
                <a:cs typeface="Arial"/>
              </a:rPr>
              <a:t>Implemented</a:t>
            </a:r>
          </a:p>
        </p:txBody>
      </p:sp>
      <p:sp>
        <p:nvSpPr>
          <p:cNvPr id="188" name="">
            <a:extLst xmlns:a="http://schemas.openxmlformats.org/drawingml/2006/main">
              <a:ext uri="{FF2B5EF4-FFF2-40B4-BE49-F238E27FC236}">
                <a16:creationId xmlns:a16="http://schemas.microsoft.com/office/drawing/2014/main" id="{D9BDFDF4-7E8C-437B-8A92-E134B3A276F6}"/>
              </a:ext>
            </a:extLst>
          </p:cNvPr>
          <p:cNvSpPr>
            <a:spLocks xmlns:a="http://schemas.openxmlformats.org/drawingml/2006/main" noGrp="1"/>
          </p:cNvSpPr>
          <p:nvPr/>
        </p:nvSpPr>
        <p:spPr>
          <a:xfrm xmlns:a="http://schemas.openxmlformats.org/drawingml/2006/main">
            <a:off x="16773525" y="28098750"/>
            <a:ext cx="2857500" cy="904875"/>
          </a:xfrm>
          <a:prstGeom xmlns:a="http://schemas.openxmlformats.org/drawingml/2006/main" prst="rect">
            <a:avLst/>
          </a:prstGeom>
          <a:solidFill xmlns:a="http://schemas.openxmlformats.org/drawingml/2006/main">
            <a:srgbClr val="EAF5F8"/>
          </a:solidFill>
          <a:ln xmlns:a="http://schemas.openxmlformats.org/drawingml/2006/main" w="9525">
            <a:solidFill>
              <a:srgbClr val="BDD6DE"/>
            </a:solidFill>
            <a:prstDash val="solid"/>
          </a:ln>
        </p:spPr>
      </p:sp>
      <p:sp>
        <p:nvSpPr>
          <p:cNvPr id="189" name="">
            <a:extLst xmlns:a="http://schemas.openxmlformats.org/drawingml/2006/main">
              <a:ext uri="{FF2B5EF4-FFF2-40B4-BE49-F238E27FC236}">
                <a16:creationId xmlns:a16="http://schemas.microsoft.com/office/drawing/2014/main" id="{6BA7CF29-8A93-4E9E-86AE-79FDA58926E7}"/>
              </a:ext>
            </a:extLst>
          </p:cNvPr>
          <p:cNvSpPr>
            <a:spLocks xmlns:a="http://schemas.openxmlformats.org/drawingml/2006/main" noGrp="1"/>
          </p:cNvSpPr>
          <p:nvPr/>
        </p:nvSpPr>
        <p:spPr>
          <a:xfrm xmlns:a="http://schemas.openxmlformats.org/drawingml/2006/main">
            <a:off x="16868775" y="28174950"/>
            <a:ext cx="266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22B3D"/>
                </a:solidFill>
                <a:latin typeface="Arial"/>
                <a:ea typeface="Arial"/>
                <a:cs typeface="Arial"/>
              </a:defRPr>
            </a:defPPr>
            <a:lvl1pPr>
              <a:defRPr sz="1200" b="0">
                <a:solidFill>
                  <a:srgbClr val="122B3D"/>
                </a:solidFill>
                <a:latin typeface="Arial"/>
                <a:ea typeface="Arial"/>
                <a:cs typeface="Arial"/>
              </a:defRPr>
            </a:lvl1pPr>
            <a:lvl2pPr>
              <a:defRPr sz="1200" b="0">
                <a:solidFill>
                  <a:srgbClr val="122B3D"/>
                </a:solidFill>
                <a:latin typeface="Arial"/>
                <a:ea typeface="Arial"/>
                <a:cs typeface="Arial"/>
              </a:defRPr>
            </a:lvl2pPr>
            <a:lvl3pPr>
              <a:defRPr sz="1200" b="0">
                <a:solidFill>
                  <a:srgbClr val="122B3D"/>
                </a:solidFill>
                <a:latin typeface="Arial"/>
                <a:ea typeface="Arial"/>
                <a:cs typeface="Arial"/>
              </a:defRPr>
            </a:lvl3pPr>
            <a:lvl4pPr>
              <a:defRPr sz="1200" b="0">
                <a:solidFill>
                  <a:srgbClr val="122B3D"/>
                </a:solidFill>
                <a:latin typeface="Arial"/>
                <a:ea typeface="Arial"/>
                <a:cs typeface="Arial"/>
              </a:defRPr>
            </a:lvl4pPr>
            <a:lvl5pPr>
              <a:defRPr sz="1200" b="0">
                <a:solidFill>
                  <a:srgbClr val="122B3D"/>
                </a:solidFill>
                <a:latin typeface="Arial"/>
                <a:ea typeface="Arial"/>
                <a:cs typeface="Arial"/>
              </a:defRPr>
            </a:lvl5pPr>
            <a:lvl6pPr>
              <a:defRPr sz="1200" b="0">
                <a:solidFill>
                  <a:srgbClr val="122B3D"/>
                </a:solidFill>
                <a:latin typeface="Arial"/>
                <a:ea typeface="Arial"/>
                <a:cs typeface="Arial"/>
              </a:defRPr>
            </a:lvl6pPr>
            <a:lvl7pPr>
              <a:defRPr sz="1200" b="0">
                <a:solidFill>
                  <a:srgbClr val="122B3D"/>
                </a:solidFill>
                <a:latin typeface="Arial"/>
                <a:ea typeface="Arial"/>
                <a:cs typeface="Arial"/>
              </a:defRPr>
            </a:lvl7pPr>
            <a:lvl8pPr>
              <a:defRPr sz="1200" b="0">
                <a:solidFill>
                  <a:srgbClr val="122B3D"/>
                </a:solidFill>
                <a:latin typeface="Arial"/>
                <a:ea typeface="Arial"/>
                <a:cs typeface="Arial"/>
              </a:defRPr>
            </a:lvl8pPr>
            <a:lvl9pPr>
              <a:defRPr sz="1200" b="0">
                <a:solidFill>
                  <a:srgbClr val="122B3D"/>
                </a:solidFill>
                <a:latin typeface="Arial"/>
                <a:ea typeface="Arial"/>
                <a:cs typeface="Arial"/>
              </a:defRPr>
            </a:lvl9pPr>
          </a:lstStyle>
          <a:p xmlns:a="http://schemas.openxmlformats.org/drawingml/2006/main">
            <a:pPr>
              <a:defRPr sz="1200" b="0">
                <a:solidFill>
                  <a:srgbClr val="122B3D"/>
                </a:solidFill>
                <a:latin typeface="Arial"/>
                <a:ea typeface="Arial"/>
                <a:cs typeface="Arial"/>
              </a:defRPr>
            </a:pPr>
            <a:r>
              <a:rPr sz="1200" b="0">
                <a:solidFill>
                  <a:srgbClr val="122B3D"/>
                </a:solidFill>
                <a:latin typeface="Arial"/>
                <a:ea typeface="Arial"/>
                <a:cs typeface="Arial"/>
              </a:rPr>
              <a:t>Training scale</a:t>
            </a:r>
          </a:p>
        </p:txBody>
      </p:sp>
      <p:sp>
        <p:nvSpPr>
          <p:cNvPr id="190" name="">
            <a:extLst xmlns:a="http://schemas.openxmlformats.org/drawingml/2006/main">
              <a:ext uri="{FF2B5EF4-FFF2-40B4-BE49-F238E27FC236}">
                <a16:creationId xmlns:a16="http://schemas.microsoft.com/office/drawing/2014/main" id="{2E59634E-1156-44A5-B690-087116217126}"/>
              </a:ext>
            </a:extLst>
          </p:cNvPr>
          <p:cNvSpPr>
            <a:spLocks xmlns:a="http://schemas.openxmlformats.org/drawingml/2006/main" noGrp="1"/>
          </p:cNvSpPr>
          <p:nvPr/>
        </p:nvSpPr>
        <p:spPr>
          <a:xfrm xmlns:a="http://schemas.openxmlformats.org/drawingml/2006/main">
            <a:off x="19631025" y="28098750"/>
            <a:ext cx="5619750" cy="904875"/>
          </a:xfrm>
          <a:prstGeom xmlns:a="http://schemas.openxmlformats.org/drawingml/2006/main" prst="rect">
            <a:avLst/>
          </a:prstGeom>
          <a:solidFill xmlns:a="http://schemas.openxmlformats.org/drawingml/2006/main">
            <a:srgbClr val="EAF5F8"/>
          </a:solidFill>
          <a:ln xmlns:a="http://schemas.openxmlformats.org/drawingml/2006/main" w="9525">
            <a:solidFill>
              <a:srgbClr val="BDD6DE"/>
            </a:solidFill>
            <a:prstDash val="solid"/>
          </a:ln>
        </p:spPr>
      </p:sp>
      <p:sp>
        <p:nvSpPr>
          <p:cNvPr id="191" name="">
            <a:extLst xmlns:a="http://schemas.openxmlformats.org/drawingml/2006/main">
              <a:ext uri="{FF2B5EF4-FFF2-40B4-BE49-F238E27FC236}">
                <a16:creationId xmlns:a16="http://schemas.microsoft.com/office/drawing/2014/main" id="{90A65BE6-2A58-476C-A570-380B0573AC92}"/>
              </a:ext>
            </a:extLst>
          </p:cNvPr>
          <p:cNvSpPr>
            <a:spLocks xmlns:a="http://schemas.openxmlformats.org/drawingml/2006/main" noGrp="1"/>
          </p:cNvSpPr>
          <p:nvPr/>
        </p:nvSpPr>
        <p:spPr>
          <a:xfrm xmlns:a="http://schemas.openxmlformats.org/drawingml/2006/main">
            <a:off x="19726275" y="28174950"/>
            <a:ext cx="5429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22B3D"/>
                </a:solidFill>
                <a:latin typeface="Arial"/>
                <a:ea typeface="Arial"/>
                <a:cs typeface="Arial"/>
              </a:defRPr>
            </a:defPPr>
            <a:lvl1pPr>
              <a:defRPr sz="1200" b="0">
                <a:solidFill>
                  <a:srgbClr val="122B3D"/>
                </a:solidFill>
                <a:latin typeface="Arial"/>
                <a:ea typeface="Arial"/>
                <a:cs typeface="Arial"/>
              </a:defRPr>
            </a:lvl1pPr>
            <a:lvl2pPr>
              <a:defRPr sz="1200" b="0">
                <a:solidFill>
                  <a:srgbClr val="122B3D"/>
                </a:solidFill>
                <a:latin typeface="Arial"/>
                <a:ea typeface="Arial"/>
                <a:cs typeface="Arial"/>
              </a:defRPr>
            </a:lvl2pPr>
            <a:lvl3pPr>
              <a:defRPr sz="1200" b="0">
                <a:solidFill>
                  <a:srgbClr val="122B3D"/>
                </a:solidFill>
                <a:latin typeface="Arial"/>
                <a:ea typeface="Arial"/>
                <a:cs typeface="Arial"/>
              </a:defRPr>
            </a:lvl3pPr>
            <a:lvl4pPr>
              <a:defRPr sz="1200" b="0">
                <a:solidFill>
                  <a:srgbClr val="122B3D"/>
                </a:solidFill>
                <a:latin typeface="Arial"/>
                <a:ea typeface="Arial"/>
                <a:cs typeface="Arial"/>
              </a:defRPr>
            </a:lvl4pPr>
            <a:lvl5pPr>
              <a:defRPr sz="1200" b="0">
                <a:solidFill>
                  <a:srgbClr val="122B3D"/>
                </a:solidFill>
                <a:latin typeface="Arial"/>
                <a:ea typeface="Arial"/>
                <a:cs typeface="Arial"/>
              </a:defRPr>
            </a:lvl5pPr>
            <a:lvl6pPr>
              <a:defRPr sz="1200" b="0">
                <a:solidFill>
                  <a:srgbClr val="122B3D"/>
                </a:solidFill>
                <a:latin typeface="Arial"/>
                <a:ea typeface="Arial"/>
                <a:cs typeface="Arial"/>
              </a:defRPr>
            </a:lvl6pPr>
            <a:lvl7pPr>
              <a:defRPr sz="1200" b="0">
                <a:solidFill>
                  <a:srgbClr val="122B3D"/>
                </a:solidFill>
                <a:latin typeface="Arial"/>
                <a:ea typeface="Arial"/>
                <a:cs typeface="Arial"/>
              </a:defRPr>
            </a:lvl7pPr>
            <a:lvl8pPr>
              <a:defRPr sz="1200" b="0">
                <a:solidFill>
                  <a:srgbClr val="122B3D"/>
                </a:solidFill>
                <a:latin typeface="Arial"/>
                <a:ea typeface="Arial"/>
                <a:cs typeface="Arial"/>
              </a:defRPr>
            </a:lvl8pPr>
            <a:lvl9pPr>
              <a:defRPr sz="1200" b="0">
                <a:solidFill>
                  <a:srgbClr val="122B3D"/>
                </a:solidFill>
                <a:latin typeface="Arial"/>
                <a:ea typeface="Arial"/>
                <a:cs typeface="Arial"/>
              </a:defRPr>
            </a:lvl9pPr>
          </a:lstStyle>
          <a:p xmlns:a="http://schemas.openxmlformats.org/drawingml/2006/main">
            <a:pPr>
              <a:defRPr sz="1200" b="0">
                <a:solidFill>
                  <a:srgbClr val="122B3D"/>
                </a:solidFill>
                <a:latin typeface="Arial"/>
                <a:ea typeface="Arial"/>
                <a:cs typeface="Arial"/>
              </a:defRPr>
            </a:pPr>
            <a:r>
              <a:rPr sz="1200" b="0">
                <a:solidFill>
                  <a:srgbClr val="122B3D"/>
                </a:solidFill>
                <a:latin typeface="Arial"/>
                <a:ea typeface="Arial"/>
                <a:cs typeface="Arial"/>
              </a:rPr>
              <a:t>README reports 7,638 TESS curves and 95.4% positives</a:t>
            </a:r>
          </a:p>
        </p:txBody>
      </p:sp>
      <p:sp>
        <p:nvSpPr>
          <p:cNvPr id="192" name="">
            <a:extLst xmlns:a="http://schemas.openxmlformats.org/drawingml/2006/main">
              <a:ext uri="{FF2B5EF4-FFF2-40B4-BE49-F238E27FC236}">
                <a16:creationId xmlns:a16="http://schemas.microsoft.com/office/drawing/2014/main" id="{1063A103-9CB9-42AD-BB7F-AC0BE91817B1}"/>
              </a:ext>
            </a:extLst>
          </p:cNvPr>
          <p:cNvSpPr>
            <a:spLocks xmlns:a="http://schemas.openxmlformats.org/drawingml/2006/main" noGrp="1"/>
          </p:cNvSpPr>
          <p:nvPr/>
        </p:nvSpPr>
        <p:spPr>
          <a:xfrm xmlns:a="http://schemas.openxmlformats.org/drawingml/2006/main">
            <a:off x="25250775" y="28098750"/>
            <a:ext cx="3429000" cy="904875"/>
          </a:xfrm>
          <a:prstGeom xmlns:a="http://schemas.openxmlformats.org/drawingml/2006/main" prst="rect">
            <a:avLst/>
          </a:prstGeom>
          <a:solidFill xmlns:a="http://schemas.openxmlformats.org/drawingml/2006/main">
            <a:srgbClr val="EAF5F8"/>
          </a:solidFill>
          <a:ln xmlns:a="http://schemas.openxmlformats.org/drawingml/2006/main" w="9525">
            <a:solidFill>
              <a:srgbClr val="BDD6DE"/>
            </a:solidFill>
            <a:prstDash val="solid"/>
          </a:ln>
        </p:spPr>
      </p:sp>
      <p:sp>
        <p:nvSpPr>
          <p:cNvPr id="193" name="">
            <a:extLst xmlns:a="http://schemas.openxmlformats.org/drawingml/2006/main">
              <a:ext uri="{FF2B5EF4-FFF2-40B4-BE49-F238E27FC236}">
                <a16:creationId xmlns:a16="http://schemas.microsoft.com/office/drawing/2014/main" id="{BA542286-9662-487D-97EA-A53C17F7FE38}"/>
              </a:ext>
            </a:extLst>
          </p:cNvPr>
          <p:cNvSpPr>
            <a:spLocks xmlns:a="http://schemas.openxmlformats.org/drawingml/2006/main" noGrp="1"/>
          </p:cNvSpPr>
          <p:nvPr/>
        </p:nvSpPr>
        <p:spPr>
          <a:xfrm xmlns:a="http://schemas.openxmlformats.org/drawingml/2006/main">
            <a:off x="25346025" y="28174950"/>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1">
                <a:solidFill>
                  <a:srgbClr val="D88A18"/>
                </a:solidFill>
                <a:latin typeface="Arial"/>
                <a:ea typeface="Arial"/>
                <a:cs typeface="Arial"/>
              </a:defRPr>
            </a:defPPr>
            <a:lvl1pPr>
              <a:defRPr sz="1200" b="1">
                <a:solidFill>
                  <a:srgbClr val="D88A18"/>
                </a:solidFill>
                <a:latin typeface="Arial"/>
                <a:ea typeface="Arial"/>
                <a:cs typeface="Arial"/>
              </a:defRPr>
            </a:lvl1pPr>
            <a:lvl2pPr>
              <a:defRPr sz="1200" b="1">
                <a:solidFill>
                  <a:srgbClr val="D88A18"/>
                </a:solidFill>
                <a:latin typeface="Arial"/>
                <a:ea typeface="Arial"/>
                <a:cs typeface="Arial"/>
              </a:defRPr>
            </a:lvl2pPr>
            <a:lvl3pPr>
              <a:defRPr sz="1200" b="1">
                <a:solidFill>
                  <a:srgbClr val="D88A18"/>
                </a:solidFill>
                <a:latin typeface="Arial"/>
                <a:ea typeface="Arial"/>
                <a:cs typeface="Arial"/>
              </a:defRPr>
            </a:lvl3pPr>
            <a:lvl4pPr>
              <a:defRPr sz="1200" b="1">
                <a:solidFill>
                  <a:srgbClr val="D88A18"/>
                </a:solidFill>
                <a:latin typeface="Arial"/>
                <a:ea typeface="Arial"/>
                <a:cs typeface="Arial"/>
              </a:defRPr>
            </a:lvl4pPr>
            <a:lvl5pPr>
              <a:defRPr sz="1200" b="1">
                <a:solidFill>
                  <a:srgbClr val="D88A18"/>
                </a:solidFill>
                <a:latin typeface="Arial"/>
                <a:ea typeface="Arial"/>
                <a:cs typeface="Arial"/>
              </a:defRPr>
            </a:lvl5pPr>
            <a:lvl6pPr>
              <a:defRPr sz="1200" b="1">
                <a:solidFill>
                  <a:srgbClr val="D88A18"/>
                </a:solidFill>
                <a:latin typeface="Arial"/>
                <a:ea typeface="Arial"/>
                <a:cs typeface="Arial"/>
              </a:defRPr>
            </a:lvl6pPr>
            <a:lvl7pPr>
              <a:defRPr sz="1200" b="1">
                <a:solidFill>
                  <a:srgbClr val="D88A18"/>
                </a:solidFill>
                <a:latin typeface="Arial"/>
                <a:ea typeface="Arial"/>
                <a:cs typeface="Arial"/>
              </a:defRPr>
            </a:lvl7pPr>
            <a:lvl8pPr>
              <a:defRPr sz="1200" b="1">
                <a:solidFill>
                  <a:srgbClr val="D88A18"/>
                </a:solidFill>
                <a:latin typeface="Arial"/>
                <a:ea typeface="Arial"/>
                <a:cs typeface="Arial"/>
              </a:defRPr>
            </a:lvl8pPr>
            <a:lvl9pPr>
              <a:defRPr sz="1200" b="1">
                <a:solidFill>
                  <a:srgbClr val="D88A18"/>
                </a:solidFill>
                <a:latin typeface="Arial"/>
                <a:ea typeface="Arial"/>
                <a:cs typeface="Arial"/>
              </a:defRPr>
            </a:lvl9pPr>
          </a:lstStyle>
          <a:p xmlns:a="http://schemas.openxmlformats.org/drawingml/2006/main">
            <a:pPr>
              <a:defRPr sz="1200" b="1">
                <a:solidFill>
                  <a:srgbClr val="D88A18"/>
                </a:solidFill>
                <a:latin typeface="Arial"/>
                <a:ea typeface="Arial"/>
                <a:cs typeface="Arial"/>
              </a:defRPr>
            </a:pPr>
            <a:r>
              <a:rPr sz="1200" b="1">
                <a:solidFill>
                  <a:srgbClr val="D88A18"/>
                </a:solidFill>
                <a:latin typeface="Arial"/>
                <a:ea typeface="Arial"/>
                <a:cs typeface="Arial"/>
              </a:rPr>
              <a:t>Needs audit</a:t>
            </a:r>
          </a:p>
        </p:txBody>
      </p:sp>
      <p:sp>
        <p:nvSpPr>
          <p:cNvPr id="194" name="">
            <a:extLst xmlns:a="http://schemas.openxmlformats.org/drawingml/2006/main">
              <a:ext uri="{FF2B5EF4-FFF2-40B4-BE49-F238E27FC236}">
                <a16:creationId xmlns:a16="http://schemas.microsoft.com/office/drawing/2014/main" id="{861F0DE6-57A7-4184-80C2-E881F38C32F7}"/>
              </a:ext>
            </a:extLst>
          </p:cNvPr>
          <p:cNvSpPr>
            <a:spLocks xmlns:a="http://schemas.openxmlformats.org/drawingml/2006/main" noGrp="1"/>
          </p:cNvSpPr>
          <p:nvPr/>
        </p:nvSpPr>
        <p:spPr>
          <a:xfrm xmlns:a="http://schemas.openxmlformats.org/drawingml/2006/main">
            <a:off x="16773525" y="29003625"/>
            <a:ext cx="285750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BDD6DE"/>
            </a:solidFill>
            <a:prstDash val="solid"/>
          </a:ln>
        </p:spPr>
      </p:sp>
      <p:sp>
        <p:nvSpPr>
          <p:cNvPr id="195" name="">
            <a:extLst xmlns:a="http://schemas.openxmlformats.org/drawingml/2006/main">
              <a:ext uri="{FF2B5EF4-FFF2-40B4-BE49-F238E27FC236}">
                <a16:creationId xmlns:a16="http://schemas.microsoft.com/office/drawing/2014/main" id="{2F54AFA1-E9F0-45EC-B747-558EE556B8D4}"/>
              </a:ext>
            </a:extLst>
          </p:cNvPr>
          <p:cNvSpPr>
            <a:spLocks xmlns:a="http://schemas.openxmlformats.org/drawingml/2006/main" noGrp="1"/>
          </p:cNvSpPr>
          <p:nvPr/>
        </p:nvSpPr>
        <p:spPr>
          <a:xfrm xmlns:a="http://schemas.openxmlformats.org/drawingml/2006/main">
            <a:off x="16868775" y="29079825"/>
            <a:ext cx="266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22B3D"/>
                </a:solidFill>
                <a:latin typeface="Arial"/>
                <a:ea typeface="Arial"/>
                <a:cs typeface="Arial"/>
              </a:defRPr>
            </a:defPPr>
            <a:lvl1pPr>
              <a:defRPr sz="1200" b="0">
                <a:solidFill>
                  <a:srgbClr val="122B3D"/>
                </a:solidFill>
                <a:latin typeface="Arial"/>
                <a:ea typeface="Arial"/>
                <a:cs typeface="Arial"/>
              </a:defRPr>
            </a:lvl1pPr>
            <a:lvl2pPr>
              <a:defRPr sz="1200" b="0">
                <a:solidFill>
                  <a:srgbClr val="122B3D"/>
                </a:solidFill>
                <a:latin typeface="Arial"/>
                <a:ea typeface="Arial"/>
                <a:cs typeface="Arial"/>
              </a:defRPr>
            </a:lvl2pPr>
            <a:lvl3pPr>
              <a:defRPr sz="1200" b="0">
                <a:solidFill>
                  <a:srgbClr val="122B3D"/>
                </a:solidFill>
                <a:latin typeface="Arial"/>
                <a:ea typeface="Arial"/>
                <a:cs typeface="Arial"/>
              </a:defRPr>
            </a:lvl3pPr>
            <a:lvl4pPr>
              <a:defRPr sz="1200" b="0">
                <a:solidFill>
                  <a:srgbClr val="122B3D"/>
                </a:solidFill>
                <a:latin typeface="Arial"/>
                <a:ea typeface="Arial"/>
                <a:cs typeface="Arial"/>
              </a:defRPr>
            </a:lvl4pPr>
            <a:lvl5pPr>
              <a:defRPr sz="1200" b="0">
                <a:solidFill>
                  <a:srgbClr val="122B3D"/>
                </a:solidFill>
                <a:latin typeface="Arial"/>
                <a:ea typeface="Arial"/>
                <a:cs typeface="Arial"/>
              </a:defRPr>
            </a:lvl5pPr>
            <a:lvl6pPr>
              <a:defRPr sz="1200" b="0">
                <a:solidFill>
                  <a:srgbClr val="122B3D"/>
                </a:solidFill>
                <a:latin typeface="Arial"/>
                <a:ea typeface="Arial"/>
                <a:cs typeface="Arial"/>
              </a:defRPr>
            </a:lvl6pPr>
            <a:lvl7pPr>
              <a:defRPr sz="1200" b="0">
                <a:solidFill>
                  <a:srgbClr val="122B3D"/>
                </a:solidFill>
                <a:latin typeface="Arial"/>
                <a:ea typeface="Arial"/>
                <a:cs typeface="Arial"/>
              </a:defRPr>
            </a:lvl7pPr>
            <a:lvl8pPr>
              <a:defRPr sz="1200" b="0">
                <a:solidFill>
                  <a:srgbClr val="122B3D"/>
                </a:solidFill>
                <a:latin typeface="Arial"/>
                <a:ea typeface="Arial"/>
                <a:cs typeface="Arial"/>
              </a:defRPr>
            </a:lvl8pPr>
            <a:lvl9pPr>
              <a:defRPr sz="1200" b="0">
                <a:solidFill>
                  <a:srgbClr val="122B3D"/>
                </a:solidFill>
                <a:latin typeface="Arial"/>
                <a:ea typeface="Arial"/>
                <a:cs typeface="Arial"/>
              </a:defRPr>
            </a:lvl9pPr>
          </a:lstStyle>
          <a:p xmlns:a="http://schemas.openxmlformats.org/drawingml/2006/main">
            <a:pPr>
              <a:defRPr sz="1200" b="0">
                <a:solidFill>
                  <a:srgbClr val="122B3D"/>
                </a:solidFill>
                <a:latin typeface="Arial"/>
                <a:ea typeface="Arial"/>
                <a:cs typeface="Arial"/>
              </a:defRPr>
            </a:pPr>
            <a:r>
              <a:rPr sz="1200" b="0">
                <a:solidFill>
                  <a:srgbClr val="122B3D"/>
                </a:solidFill>
                <a:latin typeface="Arial"/>
                <a:ea typeface="Arial"/>
                <a:cs typeface="Arial"/>
              </a:rPr>
              <a:t>Performance</a:t>
            </a:r>
          </a:p>
        </p:txBody>
      </p:sp>
      <p:sp>
        <p:nvSpPr>
          <p:cNvPr id="196" name="">
            <a:extLst xmlns:a="http://schemas.openxmlformats.org/drawingml/2006/main">
              <a:ext uri="{FF2B5EF4-FFF2-40B4-BE49-F238E27FC236}">
                <a16:creationId xmlns:a16="http://schemas.microsoft.com/office/drawing/2014/main" id="{909723B1-E643-450A-AE2A-13B36CD930B4}"/>
              </a:ext>
            </a:extLst>
          </p:cNvPr>
          <p:cNvSpPr>
            <a:spLocks xmlns:a="http://schemas.openxmlformats.org/drawingml/2006/main" noGrp="1"/>
          </p:cNvSpPr>
          <p:nvPr/>
        </p:nvSpPr>
        <p:spPr>
          <a:xfrm xmlns:a="http://schemas.openxmlformats.org/drawingml/2006/main">
            <a:off x="19631025" y="29003625"/>
            <a:ext cx="561975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BDD6DE"/>
            </a:solidFill>
            <a:prstDash val="solid"/>
          </a:ln>
        </p:spPr>
      </p:sp>
      <p:sp>
        <p:nvSpPr>
          <p:cNvPr id="197" name="">
            <a:extLst xmlns:a="http://schemas.openxmlformats.org/drawingml/2006/main">
              <a:ext uri="{FF2B5EF4-FFF2-40B4-BE49-F238E27FC236}">
                <a16:creationId xmlns:a16="http://schemas.microsoft.com/office/drawing/2014/main" id="{1725D9AC-7B8F-41B1-8392-0AE3076ACA98}"/>
              </a:ext>
            </a:extLst>
          </p:cNvPr>
          <p:cNvSpPr>
            <a:spLocks xmlns:a="http://schemas.openxmlformats.org/drawingml/2006/main" noGrp="1"/>
          </p:cNvSpPr>
          <p:nvPr/>
        </p:nvSpPr>
        <p:spPr>
          <a:xfrm xmlns:a="http://schemas.openxmlformats.org/drawingml/2006/main">
            <a:off x="19726275" y="29079825"/>
            <a:ext cx="5429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22B3D"/>
                </a:solidFill>
                <a:latin typeface="Arial"/>
                <a:ea typeface="Arial"/>
                <a:cs typeface="Arial"/>
              </a:defRPr>
            </a:defPPr>
            <a:lvl1pPr>
              <a:defRPr sz="1200" b="0">
                <a:solidFill>
                  <a:srgbClr val="122B3D"/>
                </a:solidFill>
                <a:latin typeface="Arial"/>
                <a:ea typeface="Arial"/>
                <a:cs typeface="Arial"/>
              </a:defRPr>
            </a:lvl1pPr>
            <a:lvl2pPr>
              <a:defRPr sz="1200" b="0">
                <a:solidFill>
                  <a:srgbClr val="122B3D"/>
                </a:solidFill>
                <a:latin typeface="Arial"/>
                <a:ea typeface="Arial"/>
                <a:cs typeface="Arial"/>
              </a:defRPr>
            </a:lvl2pPr>
            <a:lvl3pPr>
              <a:defRPr sz="1200" b="0">
                <a:solidFill>
                  <a:srgbClr val="122B3D"/>
                </a:solidFill>
                <a:latin typeface="Arial"/>
                <a:ea typeface="Arial"/>
                <a:cs typeface="Arial"/>
              </a:defRPr>
            </a:lvl3pPr>
            <a:lvl4pPr>
              <a:defRPr sz="1200" b="0">
                <a:solidFill>
                  <a:srgbClr val="122B3D"/>
                </a:solidFill>
                <a:latin typeface="Arial"/>
                <a:ea typeface="Arial"/>
                <a:cs typeface="Arial"/>
              </a:defRPr>
            </a:lvl4pPr>
            <a:lvl5pPr>
              <a:defRPr sz="1200" b="0">
                <a:solidFill>
                  <a:srgbClr val="122B3D"/>
                </a:solidFill>
                <a:latin typeface="Arial"/>
                <a:ea typeface="Arial"/>
                <a:cs typeface="Arial"/>
              </a:defRPr>
            </a:lvl5pPr>
            <a:lvl6pPr>
              <a:defRPr sz="1200" b="0">
                <a:solidFill>
                  <a:srgbClr val="122B3D"/>
                </a:solidFill>
                <a:latin typeface="Arial"/>
                <a:ea typeface="Arial"/>
                <a:cs typeface="Arial"/>
              </a:defRPr>
            </a:lvl6pPr>
            <a:lvl7pPr>
              <a:defRPr sz="1200" b="0">
                <a:solidFill>
                  <a:srgbClr val="122B3D"/>
                </a:solidFill>
                <a:latin typeface="Arial"/>
                <a:ea typeface="Arial"/>
                <a:cs typeface="Arial"/>
              </a:defRPr>
            </a:lvl7pPr>
            <a:lvl8pPr>
              <a:defRPr sz="1200" b="0">
                <a:solidFill>
                  <a:srgbClr val="122B3D"/>
                </a:solidFill>
                <a:latin typeface="Arial"/>
                <a:ea typeface="Arial"/>
                <a:cs typeface="Arial"/>
              </a:defRPr>
            </a:lvl8pPr>
            <a:lvl9pPr>
              <a:defRPr sz="1200" b="0">
                <a:solidFill>
                  <a:srgbClr val="122B3D"/>
                </a:solidFill>
                <a:latin typeface="Arial"/>
                <a:ea typeface="Arial"/>
                <a:cs typeface="Arial"/>
              </a:defRPr>
            </a:lvl9pPr>
          </a:lstStyle>
          <a:p xmlns:a="http://schemas.openxmlformats.org/drawingml/2006/main">
            <a:pPr>
              <a:defRPr sz="1200" b="0">
                <a:solidFill>
                  <a:srgbClr val="122B3D"/>
                </a:solidFill>
                <a:latin typeface="Arial"/>
                <a:ea typeface="Arial"/>
                <a:cs typeface="Arial"/>
              </a:defRPr>
            </a:pPr>
            <a:r>
              <a:rPr sz="1200" b="0">
                <a:solidFill>
                  <a:srgbClr val="122B3D"/>
                </a:solidFill>
                <a:latin typeface="Arial"/>
                <a:ea typeface="Arial"/>
                <a:cs typeface="Arial"/>
              </a:rPr>
              <a:t>CNN loss and RF AUC reported in repository</a:t>
            </a:r>
          </a:p>
        </p:txBody>
      </p:sp>
      <p:sp>
        <p:nvSpPr>
          <p:cNvPr id="198" name="">
            <a:extLst xmlns:a="http://schemas.openxmlformats.org/drawingml/2006/main">
              <a:ext uri="{FF2B5EF4-FFF2-40B4-BE49-F238E27FC236}">
                <a16:creationId xmlns:a16="http://schemas.microsoft.com/office/drawing/2014/main" id="{707FCFA5-EF0E-4420-A56F-E5A71BFF8707}"/>
              </a:ext>
            </a:extLst>
          </p:cNvPr>
          <p:cNvSpPr>
            <a:spLocks xmlns:a="http://schemas.openxmlformats.org/drawingml/2006/main" noGrp="1"/>
          </p:cNvSpPr>
          <p:nvPr/>
        </p:nvSpPr>
        <p:spPr>
          <a:xfrm xmlns:a="http://schemas.openxmlformats.org/drawingml/2006/main">
            <a:off x="25250775" y="29003625"/>
            <a:ext cx="342900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BDD6DE"/>
            </a:solidFill>
            <a:prstDash val="solid"/>
          </a:ln>
        </p:spPr>
      </p:sp>
      <p:sp>
        <p:nvSpPr>
          <p:cNvPr id="199" name="">
            <a:extLst xmlns:a="http://schemas.openxmlformats.org/drawingml/2006/main">
              <a:ext uri="{FF2B5EF4-FFF2-40B4-BE49-F238E27FC236}">
                <a16:creationId xmlns:a16="http://schemas.microsoft.com/office/drawing/2014/main" id="{0AE6CA70-A309-4DFB-8195-CA354BAC440D}"/>
              </a:ext>
            </a:extLst>
          </p:cNvPr>
          <p:cNvSpPr>
            <a:spLocks xmlns:a="http://schemas.openxmlformats.org/drawingml/2006/main" noGrp="1"/>
          </p:cNvSpPr>
          <p:nvPr/>
        </p:nvSpPr>
        <p:spPr>
          <a:xfrm xmlns:a="http://schemas.openxmlformats.org/drawingml/2006/main">
            <a:off x="25346025" y="29079825"/>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1">
                <a:solidFill>
                  <a:srgbClr val="D88A18"/>
                </a:solidFill>
                <a:latin typeface="Arial"/>
                <a:ea typeface="Arial"/>
                <a:cs typeface="Arial"/>
              </a:defRPr>
            </a:defPPr>
            <a:lvl1pPr>
              <a:defRPr sz="1200" b="1">
                <a:solidFill>
                  <a:srgbClr val="D88A18"/>
                </a:solidFill>
                <a:latin typeface="Arial"/>
                <a:ea typeface="Arial"/>
                <a:cs typeface="Arial"/>
              </a:defRPr>
            </a:lvl1pPr>
            <a:lvl2pPr>
              <a:defRPr sz="1200" b="1">
                <a:solidFill>
                  <a:srgbClr val="D88A18"/>
                </a:solidFill>
                <a:latin typeface="Arial"/>
                <a:ea typeface="Arial"/>
                <a:cs typeface="Arial"/>
              </a:defRPr>
            </a:lvl2pPr>
            <a:lvl3pPr>
              <a:defRPr sz="1200" b="1">
                <a:solidFill>
                  <a:srgbClr val="D88A18"/>
                </a:solidFill>
                <a:latin typeface="Arial"/>
                <a:ea typeface="Arial"/>
                <a:cs typeface="Arial"/>
              </a:defRPr>
            </a:lvl3pPr>
            <a:lvl4pPr>
              <a:defRPr sz="1200" b="1">
                <a:solidFill>
                  <a:srgbClr val="D88A18"/>
                </a:solidFill>
                <a:latin typeface="Arial"/>
                <a:ea typeface="Arial"/>
                <a:cs typeface="Arial"/>
              </a:defRPr>
            </a:lvl4pPr>
            <a:lvl5pPr>
              <a:defRPr sz="1200" b="1">
                <a:solidFill>
                  <a:srgbClr val="D88A18"/>
                </a:solidFill>
                <a:latin typeface="Arial"/>
                <a:ea typeface="Arial"/>
                <a:cs typeface="Arial"/>
              </a:defRPr>
            </a:lvl5pPr>
            <a:lvl6pPr>
              <a:defRPr sz="1200" b="1">
                <a:solidFill>
                  <a:srgbClr val="D88A18"/>
                </a:solidFill>
                <a:latin typeface="Arial"/>
                <a:ea typeface="Arial"/>
                <a:cs typeface="Arial"/>
              </a:defRPr>
            </a:lvl6pPr>
            <a:lvl7pPr>
              <a:defRPr sz="1200" b="1">
                <a:solidFill>
                  <a:srgbClr val="D88A18"/>
                </a:solidFill>
                <a:latin typeface="Arial"/>
                <a:ea typeface="Arial"/>
                <a:cs typeface="Arial"/>
              </a:defRPr>
            </a:lvl7pPr>
            <a:lvl8pPr>
              <a:defRPr sz="1200" b="1">
                <a:solidFill>
                  <a:srgbClr val="D88A18"/>
                </a:solidFill>
                <a:latin typeface="Arial"/>
                <a:ea typeface="Arial"/>
                <a:cs typeface="Arial"/>
              </a:defRPr>
            </a:lvl8pPr>
            <a:lvl9pPr>
              <a:defRPr sz="1200" b="1">
                <a:solidFill>
                  <a:srgbClr val="D88A18"/>
                </a:solidFill>
                <a:latin typeface="Arial"/>
                <a:ea typeface="Arial"/>
                <a:cs typeface="Arial"/>
              </a:defRPr>
            </a:lvl9pPr>
          </a:lstStyle>
          <a:p xmlns:a="http://schemas.openxmlformats.org/drawingml/2006/main">
            <a:pPr>
              <a:defRPr sz="1200" b="1">
                <a:solidFill>
                  <a:srgbClr val="D88A18"/>
                </a:solidFill>
                <a:latin typeface="Arial"/>
                <a:ea typeface="Arial"/>
                <a:cs typeface="Arial"/>
              </a:defRPr>
            </a:pPr>
            <a:r>
              <a:rPr sz="1200" b="1">
                <a:solidFill>
                  <a:srgbClr val="D88A18"/>
                </a:solidFill>
                <a:latin typeface="Arial"/>
                <a:ea typeface="Arial"/>
                <a:cs typeface="Arial"/>
              </a:rPr>
              <a:t>Not reproduced</a:t>
            </a:r>
          </a:p>
        </p:txBody>
      </p:sp>
      <p:sp>
        <p:nvSpPr>
          <p:cNvPr id="200" name="">
            <a:extLst xmlns:a="http://schemas.openxmlformats.org/drawingml/2006/main">
              <a:ext uri="{FF2B5EF4-FFF2-40B4-BE49-F238E27FC236}">
                <a16:creationId xmlns:a16="http://schemas.microsoft.com/office/drawing/2014/main" id="{618F267A-B7DC-4B21-A392-FFF61E2E99F9}"/>
              </a:ext>
            </a:extLst>
          </p:cNvPr>
          <p:cNvSpPr>
            <a:spLocks xmlns:a="http://schemas.openxmlformats.org/drawingml/2006/main" noGrp="1"/>
          </p:cNvSpPr>
          <p:nvPr/>
        </p:nvSpPr>
        <p:spPr>
          <a:xfrm xmlns:a="http://schemas.openxmlformats.org/drawingml/2006/main">
            <a:off x="16773525" y="29908500"/>
            <a:ext cx="2857500" cy="904875"/>
          </a:xfrm>
          <a:prstGeom xmlns:a="http://schemas.openxmlformats.org/drawingml/2006/main" prst="rect">
            <a:avLst/>
          </a:prstGeom>
          <a:solidFill xmlns:a="http://schemas.openxmlformats.org/drawingml/2006/main">
            <a:srgbClr val="EAF5F8"/>
          </a:solidFill>
          <a:ln xmlns:a="http://schemas.openxmlformats.org/drawingml/2006/main" w="9525">
            <a:solidFill>
              <a:srgbClr val="BDD6DE"/>
            </a:solidFill>
            <a:prstDash val="solid"/>
          </a:ln>
        </p:spPr>
      </p:sp>
      <p:sp>
        <p:nvSpPr>
          <p:cNvPr id="201" name="">
            <a:extLst xmlns:a="http://schemas.openxmlformats.org/drawingml/2006/main">
              <a:ext uri="{FF2B5EF4-FFF2-40B4-BE49-F238E27FC236}">
                <a16:creationId xmlns:a16="http://schemas.microsoft.com/office/drawing/2014/main" id="{B601630D-78BC-4F8E-9F11-C46D6A27C47D}"/>
              </a:ext>
            </a:extLst>
          </p:cNvPr>
          <p:cNvSpPr>
            <a:spLocks xmlns:a="http://schemas.openxmlformats.org/drawingml/2006/main" noGrp="1"/>
          </p:cNvSpPr>
          <p:nvPr/>
        </p:nvSpPr>
        <p:spPr>
          <a:xfrm xmlns:a="http://schemas.openxmlformats.org/drawingml/2006/main">
            <a:off x="16868775" y="29984700"/>
            <a:ext cx="266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22B3D"/>
                </a:solidFill>
                <a:latin typeface="Arial"/>
                <a:ea typeface="Arial"/>
                <a:cs typeface="Arial"/>
              </a:defRPr>
            </a:defPPr>
            <a:lvl1pPr>
              <a:defRPr sz="1200" b="0">
                <a:solidFill>
                  <a:srgbClr val="122B3D"/>
                </a:solidFill>
                <a:latin typeface="Arial"/>
                <a:ea typeface="Arial"/>
                <a:cs typeface="Arial"/>
              </a:defRPr>
            </a:lvl1pPr>
            <a:lvl2pPr>
              <a:defRPr sz="1200" b="0">
                <a:solidFill>
                  <a:srgbClr val="122B3D"/>
                </a:solidFill>
                <a:latin typeface="Arial"/>
                <a:ea typeface="Arial"/>
                <a:cs typeface="Arial"/>
              </a:defRPr>
            </a:lvl2pPr>
            <a:lvl3pPr>
              <a:defRPr sz="1200" b="0">
                <a:solidFill>
                  <a:srgbClr val="122B3D"/>
                </a:solidFill>
                <a:latin typeface="Arial"/>
                <a:ea typeface="Arial"/>
                <a:cs typeface="Arial"/>
              </a:defRPr>
            </a:lvl3pPr>
            <a:lvl4pPr>
              <a:defRPr sz="1200" b="0">
                <a:solidFill>
                  <a:srgbClr val="122B3D"/>
                </a:solidFill>
                <a:latin typeface="Arial"/>
                <a:ea typeface="Arial"/>
                <a:cs typeface="Arial"/>
              </a:defRPr>
            </a:lvl4pPr>
            <a:lvl5pPr>
              <a:defRPr sz="1200" b="0">
                <a:solidFill>
                  <a:srgbClr val="122B3D"/>
                </a:solidFill>
                <a:latin typeface="Arial"/>
                <a:ea typeface="Arial"/>
                <a:cs typeface="Arial"/>
              </a:defRPr>
            </a:lvl5pPr>
            <a:lvl6pPr>
              <a:defRPr sz="1200" b="0">
                <a:solidFill>
                  <a:srgbClr val="122B3D"/>
                </a:solidFill>
                <a:latin typeface="Arial"/>
                <a:ea typeface="Arial"/>
                <a:cs typeface="Arial"/>
              </a:defRPr>
            </a:lvl6pPr>
            <a:lvl7pPr>
              <a:defRPr sz="1200" b="0">
                <a:solidFill>
                  <a:srgbClr val="122B3D"/>
                </a:solidFill>
                <a:latin typeface="Arial"/>
                <a:ea typeface="Arial"/>
                <a:cs typeface="Arial"/>
              </a:defRPr>
            </a:lvl7pPr>
            <a:lvl8pPr>
              <a:defRPr sz="1200" b="0">
                <a:solidFill>
                  <a:srgbClr val="122B3D"/>
                </a:solidFill>
                <a:latin typeface="Arial"/>
                <a:ea typeface="Arial"/>
                <a:cs typeface="Arial"/>
              </a:defRPr>
            </a:lvl8pPr>
            <a:lvl9pPr>
              <a:defRPr sz="1200" b="0">
                <a:solidFill>
                  <a:srgbClr val="122B3D"/>
                </a:solidFill>
                <a:latin typeface="Arial"/>
                <a:ea typeface="Arial"/>
                <a:cs typeface="Arial"/>
              </a:defRPr>
            </a:lvl9pPr>
          </a:lstStyle>
          <a:p xmlns:a="http://schemas.openxmlformats.org/drawingml/2006/main">
            <a:pPr>
              <a:defRPr sz="1200" b="0">
                <a:solidFill>
                  <a:srgbClr val="122B3D"/>
                </a:solidFill>
                <a:latin typeface="Arial"/>
                <a:ea typeface="Arial"/>
                <a:cs typeface="Arial"/>
              </a:defRPr>
            </a:pPr>
            <a:r>
              <a:rPr sz="1200" b="0">
                <a:solidFill>
                  <a:srgbClr val="122B3D"/>
                </a:solidFill>
                <a:latin typeface="Arial"/>
                <a:ea typeface="Arial"/>
                <a:cs typeface="Arial"/>
              </a:rPr>
              <a:t>Complete-system accuracy</a:t>
            </a:r>
          </a:p>
        </p:txBody>
      </p:sp>
      <p:sp>
        <p:nvSpPr>
          <p:cNvPr id="202" name="">
            <a:extLst xmlns:a="http://schemas.openxmlformats.org/drawingml/2006/main">
              <a:ext uri="{FF2B5EF4-FFF2-40B4-BE49-F238E27FC236}">
                <a16:creationId xmlns:a16="http://schemas.microsoft.com/office/drawing/2014/main" id="{4D5B2E16-7BC4-4F34-831A-7880CEABBDF6}"/>
              </a:ext>
            </a:extLst>
          </p:cNvPr>
          <p:cNvSpPr>
            <a:spLocks xmlns:a="http://schemas.openxmlformats.org/drawingml/2006/main" noGrp="1"/>
          </p:cNvSpPr>
          <p:nvPr/>
        </p:nvSpPr>
        <p:spPr>
          <a:xfrm xmlns:a="http://schemas.openxmlformats.org/drawingml/2006/main">
            <a:off x="19631025" y="29908500"/>
            <a:ext cx="5619750" cy="904875"/>
          </a:xfrm>
          <a:prstGeom xmlns:a="http://schemas.openxmlformats.org/drawingml/2006/main" prst="rect">
            <a:avLst/>
          </a:prstGeom>
          <a:solidFill xmlns:a="http://schemas.openxmlformats.org/drawingml/2006/main">
            <a:srgbClr val="EAF5F8"/>
          </a:solidFill>
          <a:ln xmlns:a="http://schemas.openxmlformats.org/drawingml/2006/main" w="9525">
            <a:solidFill>
              <a:srgbClr val="BDD6DE"/>
            </a:solidFill>
            <a:prstDash val="solid"/>
          </a:ln>
        </p:spPr>
      </p:sp>
      <p:sp>
        <p:nvSpPr>
          <p:cNvPr id="203" name="">
            <a:extLst xmlns:a="http://schemas.openxmlformats.org/drawingml/2006/main">
              <a:ext uri="{FF2B5EF4-FFF2-40B4-BE49-F238E27FC236}">
                <a16:creationId xmlns:a16="http://schemas.microsoft.com/office/drawing/2014/main" id="{21169240-31A4-4CF7-A0B3-3B0766945C42}"/>
              </a:ext>
            </a:extLst>
          </p:cNvPr>
          <p:cNvSpPr>
            <a:spLocks xmlns:a="http://schemas.openxmlformats.org/drawingml/2006/main" noGrp="1"/>
          </p:cNvSpPr>
          <p:nvPr/>
        </p:nvSpPr>
        <p:spPr>
          <a:xfrm xmlns:a="http://schemas.openxmlformats.org/drawingml/2006/main">
            <a:off x="19726275" y="29984700"/>
            <a:ext cx="5429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22B3D"/>
                </a:solidFill>
                <a:latin typeface="Arial"/>
                <a:ea typeface="Arial"/>
                <a:cs typeface="Arial"/>
              </a:defRPr>
            </a:defPPr>
            <a:lvl1pPr>
              <a:defRPr sz="1200" b="0">
                <a:solidFill>
                  <a:srgbClr val="122B3D"/>
                </a:solidFill>
                <a:latin typeface="Arial"/>
                <a:ea typeface="Arial"/>
                <a:cs typeface="Arial"/>
              </a:defRPr>
            </a:lvl1pPr>
            <a:lvl2pPr>
              <a:defRPr sz="1200" b="0">
                <a:solidFill>
                  <a:srgbClr val="122B3D"/>
                </a:solidFill>
                <a:latin typeface="Arial"/>
                <a:ea typeface="Arial"/>
                <a:cs typeface="Arial"/>
              </a:defRPr>
            </a:lvl2pPr>
            <a:lvl3pPr>
              <a:defRPr sz="1200" b="0">
                <a:solidFill>
                  <a:srgbClr val="122B3D"/>
                </a:solidFill>
                <a:latin typeface="Arial"/>
                <a:ea typeface="Arial"/>
                <a:cs typeface="Arial"/>
              </a:defRPr>
            </a:lvl3pPr>
            <a:lvl4pPr>
              <a:defRPr sz="1200" b="0">
                <a:solidFill>
                  <a:srgbClr val="122B3D"/>
                </a:solidFill>
                <a:latin typeface="Arial"/>
                <a:ea typeface="Arial"/>
                <a:cs typeface="Arial"/>
              </a:defRPr>
            </a:lvl4pPr>
            <a:lvl5pPr>
              <a:defRPr sz="1200" b="0">
                <a:solidFill>
                  <a:srgbClr val="122B3D"/>
                </a:solidFill>
                <a:latin typeface="Arial"/>
                <a:ea typeface="Arial"/>
                <a:cs typeface="Arial"/>
              </a:defRPr>
            </a:lvl5pPr>
            <a:lvl6pPr>
              <a:defRPr sz="1200" b="0">
                <a:solidFill>
                  <a:srgbClr val="122B3D"/>
                </a:solidFill>
                <a:latin typeface="Arial"/>
                <a:ea typeface="Arial"/>
                <a:cs typeface="Arial"/>
              </a:defRPr>
            </a:lvl6pPr>
            <a:lvl7pPr>
              <a:defRPr sz="1200" b="0">
                <a:solidFill>
                  <a:srgbClr val="122B3D"/>
                </a:solidFill>
                <a:latin typeface="Arial"/>
                <a:ea typeface="Arial"/>
                <a:cs typeface="Arial"/>
              </a:defRPr>
            </a:lvl7pPr>
            <a:lvl8pPr>
              <a:defRPr sz="1200" b="0">
                <a:solidFill>
                  <a:srgbClr val="122B3D"/>
                </a:solidFill>
                <a:latin typeface="Arial"/>
                <a:ea typeface="Arial"/>
                <a:cs typeface="Arial"/>
              </a:defRPr>
            </a:lvl8pPr>
            <a:lvl9pPr>
              <a:defRPr sz="1200" b="0">
                <a:solidFill>
                  <a:srgbClr val="122B3D"/>
                </a:solidFill>
                <a:latin typeface="Arial"/>
                <a:ea typeface="Arial"/>
                <a:cs typeface="Arial"/>
              </a:defRPr>
            </a:lvl9pPr>
          </a:lstStyle>
          <a:p xmlns:a="http://schemas.openxmlformats.org/drawingml/2006/main">
            <a:pPr>
              <a:defRPr sz="1200" b="0">
                <a:solidFill>
                  <a:srgbClr val="122B3D"/>
                </a:solidFill>
                <a:latin typeface="Arial"/>
                <a:ea typeface="Arial"/>
                <a:cs typeface="Arial"/>
              </a:defRPr>
            </a:pPr>
            <a:r>
              <a:rPr sz="1200" b="0">
                <a:solidFill>
                  <a:srgbClr val="122B3D"/>
                </a:solidFill>
                <a:latin typeface="Arial"/>
                <a:ea typeface="Arial"/>
                <a:cs typeface="Arial"/>
              </a:rPr>
              <a:t>No grouped held-out test or calibration analysis</a:t>
            </a:r>
          </a:p>
        </p:txBody>
      </p:sp>
      <p:sp>
        <p:nvSpPr>
          <p:cNvPr id="204" name="">
            <a:extLst xmlns:a="http://schemas.openxmlformats.org/drawingml/2006/main">
              <a:ext uri="{FF2B5EF4-FFF2-40B4-BE49-F238E27FC236}">
                <a16:creationId xmlns:a16="http://schemas.microsoft.com/office/drawing/2014/main" id="{8A992AB6-1500-4CAD-A3AF-AF3047ABA5C2}"/>
              </a:ext>
            </a:extLst>
          </p:cNvPr>
          <p:cNvSpPr>
            <a:spLocks xmlns:a="http://schemas.openxmlformats.org/drawingml/2006/main" noGrp="1"/>
          </p:cNvSpPr>
          <p:nvPr/>
        </p:nvSpPr>
        <p:spPr>
          <a:xfrm xmlns:a="http://schemas.openxmlformats.org/drawingml/2006/main">
            <a:off x="25250775" y="29908500"/>
            <a:ext cx="3429000" cy="904875"/>
          </a:xfrm>
          <a:prstGeom xmlns:a="http://schemas.openxmlformats.org/drawingml/2006/main" prst="rect">
            <a:avLst/>
          </a:prstGeom>
          <a:solidFill xmlns:a="http://schemas.openxmlformats.org/drawingml/2006/main">
            <a:srgbClr val="EAF5F8"/>
          </a:solidFill>
          <a:ln xmlns:a="http://schemas.openxmlformats.org/drawingml/2006/main" w="9525">
            <a:solidFill>
              <a:srgbClr val="BDD6DE"/>
            </a:solidFill>
            <a:prstDash val="solid"/>
          </a:ln>
        </p:spPr>
      </p:sp>
      <p:sp>
        <p:nvSpPr>
          <p:cNvPr id="205" name="">
            <a:extLst xmlns:a="http://schemas.openxmlformats.org/drawingml/2006/main">
              <a:ext uri="{FF2B5EF4-FFF2-40B4-BE49-F238E27FC236}">
                <a16:creationId xmlns:a16="http://schemas.microsoft.com/office/drawing/2014/main" id="{8A7AA5A6-4567-4B72-8D59-4025D692AF88}"/>
              </a:ext>
            </a:extLst>
          </p:cNvPr>
          <p:cNvSpPr>
            <a:spLocks xmlns:a="http://schemas.openxmlformats.org/drawingml/2006/main" noGrp="1"/>
          </p:cNvSpPr>
          <p:nvPr/>
        </p:nvSpPr>
        <p:spPr>
          <a:xfrm xmlns:a="http://schemas.openxmlformats.org/drawingml/2006/main">
            <a:off x="25346025" y="29984700"/>
            <a:ext cx="3238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1">
                <a:solidFill>
                  <a:srgbClr val="D88A18"/>
                </a:solidFill>
                <a:latin typeface="Arial"/>
                <a:ea typeface="Arial"/>
                <a:cs typeface="Arial"/>
              </a:defRPr>
            </a:defPPr>
            <a:lvl1pPr>
              <a:defRPr sz="1200" b="1">
                <a:solidFill>
                  <a:srgbClr val="D88A18"/>
                </a:solidFill>
                <a:latin typeface="Arial"/>
                <a:ea typeface="Arial"/>
                <a:cs typeface="Arial"/>
              </a:defRPr>
            </a:lvl1pPr>
            <a:lvl2pPr>
              <a:defRPr sz="1200" b="1">
                <a:solidFill>
                  <a:srgbClr val="D88A18"/>
                </a:solidFill>
                <a:latin typeface="Arial"/>
                <a:ea typeface="Arial"/>
                <a:cs typeface="Arial"/>
              </a:defRPr>
            </a:lvl2pPr>
            <a:lvl3pPr>
              <a:defRPr sz="1200" b="1">
                <a:solidFill>
                  <a:srgbClr val="D88A18"/>
                </a:solidFill>
                <a:latin typeface="Arial"/>
                <a:ea typeface="Arial"/>
                <a:cs typeface="Arial"/>
              </a:defRPr>
            </a:lvl3pPr>
            <a:lvl4pPr>
              <a:defRPr sz="1200" b="1">
                <a:solidFill>
                  <a:srgbClr val="D88A18"/>
                </a:solidFill>
                <a:latin typeface="Arial"/>
                <a:ea typeface="Arial"/>
                <a:cs typeface="Arial"/>
              </a:defRPr>
            </a:lvl4pPr>
            <a:lvl5pPr>
              <a:defRPr sz="1200" b="1">
                <a:solidFill>
                  <a:srgbClr val="D88A18"/>
                </a:solidFill>
                <a:latin typeface="Arial"/>
                <a:ea typeface="Arial"/>
                <a:cs typeface="Arial"/>
              </a:defRPr>
            </a:lvl5pPr>
            <a:lvl6pPr>
              <a:defRPr sz="1200" b="1">
                <a:solidFill>
                  <a:srgbClr val="D88A18"/>
                </a:solidFill>
                <a:latin typeface="Arial"/>
                <a:ea typeface="Arial"/>
                <a:cs typeface="Arial"/>
              </a:defRPr>
            </a:lvl6pPr>
            <a:lvl7pPr>
              <a:defRPr sz="1200" b="1">
                <a:solidFill>
                  <a:srgbClr val="D88A18"/>
                </a:solidFill>
                <a:latin typeface="Arial"/>
                <a:ea typeface="Arial"/>
                <a:cs typeface="Arial"/>
              </a:defRPr>
            </a:lvl7pPr>
            <a:lvl8pPr>
              <a:defRPr sz="1200" b="1">
                <a:solidFill>
                  <a:srgbClr val="D88A18"/>
                </a:solidFill>
                <a:latin typeface="Arial"/>
                <a:ea typeface="Arial"/>
                <a:cs typeface="Arial"/>
              </a:defRPr>
            </a:lvl8pPr>
            <a:lvl9pPr>
              <a:defRPr sz="1200" b="1">
                <a:solidFill>
                  <a:srgbClr val="D88A18"/>
                </a:solidFill>
                <a:latin typeface="Arial"/>
                <a:ea typeface="Arial"/>
                <a:cs typeface="Arial"/>
              </a:defRPr>
            </a:lvl9pPr>
          </a:lstStyle>
          <a:p xmlns:a="http://schemas.openxmlformats.org/drawingml/2006/main">
            <a:pPr>
              <a:defRPr sz="1200" b="1">
                <a:solidFill>
                  <a:srgbClr val="D88A18"/>
                </a:solidFill>
                <a:latin typeface="Arial"/>
                <a:ea typeface="Arial"/>
                <a:cs typeface="Arial"/>
              </a:defRPr>
            </a:pPr>
            <a:r>
              <a:rPr sz="1200" b="1">
                <a:solidFill>
                  <a:srgbClr val="D88A18"/>
                </a:solidFill>
                <a:latin typeface="Arial"/>
                <a:ea typeface="Arial"/>
                <a:cs typeface="Arial"/>
              </a:rPr>
              <a:t>Not established</a:t>
            </a:r>
          </a:p>
        </p:txBody>
      </p:sp>
      <p:sp>
        <p:nvSpPr>
          <p:cNvPr id="206" name="">
            <a:extLst xmlns:a="http://schemas.openxmlformats.org/drawingml/2006/main">
              <a:ext uri="{FF2B5EF4-FFF2-40B4-BE49-F238E27FC236}">
                <a16:creationId xmlns:a16="http://schemas.microsoft.com/office/drawing/2014/main" id="{ACEA17A4-064F-4C83-B0E5-5D5B3F35CA43}"/>
              </a:ext>
            </a:extLst>
          </p:cNvPr>
          <p:cNvSpPr>
            <a:spLocks xmlns:a="http://schemas.openxmlformats.org/drawingml/2006/main" noGrp="1"/>
          </p:cNvSpPr>
          <p:nvPr/>
        </p:nvSpPr>
        <p:spPr>
          <a:xfrm xmlns:a="http://schemas.openxmlformats.org/drawingml/2006/main">
            <a:off x="16602075" y="31746825"/>
            <a:ext cx="12959550" cy="742950"/>
          </a:xfrm>
          <a:prstGeom xmlns:a="http://schemas.openxmlformats.org/drawingml/2006/main" prst="rect">
            <a:avLst/>
          </a:prstGeom>
          <a:solidFill xmlns:a="http://schemas.openxmlformats.org/drawingml/2006/main">
            <a:srgbClr val="0A2C46"/>
          </a:solidFill>
          <a:ln xmlns:a="http://schemas.openxmlformats.org/drawingml/2006/main" w="0">
            <a:solidFill>
              <a:srgbClr val="0A2C46"/>
            </a:solidFill>
            <a:prstDash val="solid"/>
          </a:ln>
        </p:spPr>
      </p:sp>
      <p:sp>
        <p:nvSpPr>
          <p:cNvPr id="207" name="">
            <a:extLst xmlns:a="http://schemas.openxmlformats.org/drawingml/2006/main">
              <a:ext uri="{FF2B5EF4-FFF2-40B4-BE49-F238E27FC236}">
                <a16:creationId xmlns:a16="http://schemas.microsoft.com/office/drawing/2014/main" id="{61E9A948-3E27-4BA4-BEEB-42CC6778C3A1}"/>
              </a:ext>
            </a:extLst>
          </p:cNvPr>
          <p:cNvSpPr>
            <a:spLocks xmlns:a="http://schemas.openxmlformats.org/drawingml/2006/main" noGrp="1"/>
          </p:cNvSpPr>
          <p:nvPr/>
        </p:nvSpPr>
        <p:spPr>
          <a:xfrm xmlns:a="http://schemas.openxmlformats.org/drawingml/2006/main">
            <a:off x="16773525" y="31842075"/>
            <a:ext cx="571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2100" b="1">
                <a:solidFill>
                  <a:srgbClr val="16BFD0"/>
                </a:solidFill>
                <a:latin typeface="Arial"/>
                <a:ea typeface="Arial"/>
                <a:cs typeface="Arial"/>
              </a:defRPr>
            </a:defPPr>
            <a:lvl1pPr>
              <a:defRPr sz="2100" b="1">
                <a:solidFill>
                  <a:srgbClr val="16BFD0"/>
                </a:solidFill>
                <a:latin typeface="Arial"/>
                <a:ea typeface="Arial"/>
                <a:cs typeface="Arial"/>
              </a:defRPr>
            </a:lvl1pPr>
            <a:lvl2pPr>
              <a:defRPr sz="2100" b="1">
                <a:solidFill>
                  <a:srgbClr val="16BFD0"/>
                </a:solidFill>
                <a:latin typeface="Arial"/>
                <a:ea typeface="Arial"/>
                <a:cs typeface="Arial"/>
              </a:defRPr>
            </a:lvl2pPr>
            <a:lvl3pPr>
              <a:defRPr sz="2100" b="1">
                <a:solidFill>
                  <a:srgbClr val="16BFD0"/>
                </a:solidFill>
                <a:latin typeface="Arial"/>
                <a:ea typeface="Arial"/>
                <a:cs typeface="Arial"/>
              </a:defRPr>
            </a:lvl3pPr>
            <a:lvl4pPr>
              <a:defRPr sz="2100" b="1">
                <a:solidFill>
                  <a:srgbClr val="16BFD0"/>
                </a:solidFill>
                <a:latin typeface="Arial"/>
                <a:ea typeface="Arial"/>
                <a:cs typeface="Arial"/>
              </a:defRPr>
            </a:lvl4pPr>
            <a:lvl5pPr>
              <a:defRPr sz="2100" b="1">
                <a:solidFill>
                  <a:srgbClr val="16BFD0"/>
                </a:solidFill>
                <a:latin typeface="Arial"/>
                <a:ea typeface="Arial"/>
                <a:cs typeface="Arial"/>
              </a:defRPr>
            </a:lvl5pPr>
            <a:lvl6pPr>
              <a:defRPr sz="2100" b="1">
                <a:solidFill>
                  <a:srgbClr val="16BFD0"/>
                </a:solidFill>
                <a:latin typeface="Arial"/>
                <a:ea typeface="Arial"/>
                <a:cs typeface="Arial"/>
              </a:defRPr>
            </a:lvl6pPr>
            <a:lvl7pPr>
              <a:defRPr sz="2100" b="1">
                <a:solidFill>
                  <a:srgbClr val="16BFD0"/>
                </a:solidFill>
                <a:latin typeface="Arial"/>
                <a:ea typeface="Arial"/>
                <a:cs typeface="Arial"/>
              </a:defRPr>
            </a:lvl7pPr>
            <a:lvl8pPr>
              <a:defRPr sz="2100" b="1">
                <a:solidFill>
                  <a:srgbClr val="16BFD0"/>
                </a:solidFill>
                <a:latin typeface="Arial"/>
                <a:ea typeface="Arial"/>
                <a:cs typeface="Arial"/>
              </a:defRPr>
            </a:lvl8pPr>
            <a:lvl9pPr>
              <a:defRPr sz="2100" b="1">
                <a:solidFill>
                  <a:srgbClr val="16BFD0"/>
                </a:solidFill>
                <a:latin typeface="Arial"/>
                <a:ea typeface="Arial"/>
                <a:cs typeface="Arial"/>
              </a:defRPr>
            </a:lvl9pPr>
          </a:lstStyle>
          <a:p xmlns:a="http://schemas.openxmlformats.org/drawingml/2006/main">
            <a:pPr>
              <a:defRPr sz="2100" b="1">
                <a:solidFill>
                  <a:srgbClr val="16BFD0"/>
                </a:solidFill>
                <a:latin typeface="Arial"/>
                <a:ea typeface="Arial"/>
                <a:cs typeface="Arial"/>
              </a:defRPr>
            </a:pPr>
            <a:r>
              <a:rPr sz="2100" b="1">
                <a:solidFill>
                  <a:srgbClr val="16BFD0"/>
                </a:solidFill>
                <a:latin typeface="Arial"/>
                <a:ea typeface="Arial"/>
                <a:cs typeface="Arial"/>
              </a:rPr>
              <a:t>07</a:t>
            </a:r>
          </a:p>
        </p:txBody>
      </p:sp>
      <p:sp>
        <p:nvSpPr>
          <p:cNvPr id="208" name="">
            <a:extLst xmlns:a="http://schemas.openxmlformats.org/drawingml/2006/main">
              <a:ext uri="{FF2B5EF4-FFF2-40B4-BE49-F238E27FC236}">
                <a16:creationId xmlns:a16="http://schemas.microsoft.com/office/drawing/2014/main" id="{0B8D53E1-360D-496F-B408-447D74EAA4AC}"/>
              </a:ext>
            </a:extLst>
          </p:cNvPr>
          <p:cNvSpPr>
            <a:spLocks xmlns:a="http://schemas.openxmlformats.org/drawingml/2006/main" noGrp="1"/>
          </p:cNvSpPr>
          <p:nvPr/>
        </p:nvSpPr>
        <p:spPr>
          <a:xfrm xmlns:a="http://schemas.openxmlformats.org/drawingml/2006/main">
            <a:off x="17383125" y="31823025"/>
            <a:ext cx="12007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2250" b="1">
                <a:solidFill>
                  <a:srgbClr val="FFFFFF"/>
                </a:solidFill>
                <a:latin typeface="Arial"/>
                <a:ea typeface="Arial"/>
                <a:cs typeface="Arial"/>
              </a:defRPr>
            </a:defPPr>
            <a:lvl1pPr>
              <a:defRPr sz="2250" b="1">
                <a:solidFill>
                  <a:srgbClr val="FFFFFF"/>
                </a:solidFill>
                <a:latin typeface="Arial"/>
                <a:ea typeface="Arial"/>
                <a:cs typeface="Arial"/>
              </a:defRPr>
            </a:lvl1pPr>
            <a:lvl2pPr>
              <a:defRPr sz="2250" b="1">
                <a:solidFill>
                  <a:srgbClr val="FFFFFF"/>
                </a:solidFill>
                <a:latin typeface="Arial"/>
                <a:ea typeface="Arial"/>
                <a:cs typeface="Arial"/>
              </a:defRPr>
            </a:lvl2pPr>
            <a:lvl3pPr>
              <a:defRPr sz="2250" b="1">
                <a:solidFill>
                  <a:srgbClr val="FFFFFF"/>
                </a:solidFill>
                <a:latin typeface="Arial"/>
                <a:ea typeface="Arial"/>
                <a:cs typeface="Arial"/>
              </a:defRPr>
            </a:lvl3pPr>
            <a:lvl4pPr>
              <a:defRPr sz="2250" b="1">
                <a:solidFill>
                  <a:srgbClr val="FFFFFF"/>
                </a:solidFill>
                <a:latin typeface="Arial"/>
                <a:ea typeface="Arial"/>
                <a:cs typeface="Arial"/>
              </a:defRPr>
            </a:lvl4pPr>
            <a:lvl5pPr>
              <a:defRPr sz="2250" b="1">
                <a:solidFill>
                  <a:srgbClr val="FFFFFF"/>
                </a:solidFill>
                <a:latin typeface="Arial"/>
                <a:ea typeface="Arial"/>
                <a:cs typeface="Arial"/>
              </a:defRPr>
            </a:lvl5pPr>
            <a:lvl6pPr>
              <a:defRPr sz="2250" b="1">
                <a:solidFill>
                  <a:srgbClr val="FFFFFF"/>
                </a:solidFill>
                <a:latin typeface="Arial"/>
                <a:ea typeface="Arial"/>
                <a:cs typeface="Arial"/>
              </a:defRPr>
            </a:lvl6pPr>
            <a:lvl7pPr>
              <a:defRPr sz="2250" b="1">
                <a:solidFill>
                  <a:srgbClr val="FFFFFF"/>
                </a:solidFill>
                <a:latin typeface="Arial"/>
                <a:ea typeface="Arial"/>
                <a:cs typeface="Arial"/>
              </a:defRPr>
            </a:lvl7pPr>
            <a:lvl8pPr>
              <a:defRPr sz="2250" b="1">
                <a:solidFill>
                  <a:srgbClr val="FFFFFF"/>
                </a:solidFill>
                <a:latin typeface="Arial"/>
                <a:ea typeface="Arial"/>
                <a:cs typeface="Arial"/>
              </a:defRPr>
            </a:lvl8pPr>
            <a:lvl9pPr>
              <a:defRPr sz="2250" b="1">
                <a:solidFill>
                  <a:srgbClr val="FFFFFF"/>
                </a:solidFill>
                <a:latin typeface="Arial"/>
                <a:ea typeface="Arial"/>
                <a:cs typeface="Arial"/>
              </a:defRPr>
            </a:lvl9pPr>
          </a:lstStyle>
          <a:p xmlns:a="http://schemas.openxmlformats.org/drawingml/2006/main">
            <a:pPr>
              <a:defRPr sz="2250" b="1">
                <a:solidFill>
                  <a:srgbClr val="FFFFFF"/>
                </a:solidFill>
                <a:latin typeface="Arial"/>
                <a:ea typeface="Arial"/>
                <a:cs typeface="Arial"/>
              </a:defRPr>
            </a:pPr>
            <a:r>
              <a:rPr sz="2250" b="1">
                <a:solidFill>
                  <a:srgbClr val="FFFFFF"/>
                </a:solidFill>
                <a:latin typeface="Arial"/>
                <a:ea typeface="Arial"/>
                <a:cs typeface="Arial"/>
              </a:rPr>
              <a:t>Validation plan and technical milestones</a:t>
            </a:r>
          </a:p>
        </p:txBody>
      </p:sp>
      <p:sp>
        <p:nvSpPr>
          <p:cNvPr id="209" name="">
            <a:extLst xmlns:a="http://schemas.openxmlformats.org/drawingml/2006/main">
              <a:ext uri="{FF2B5EF4-FFF2-40B4-BE49-F238E27FC236}">
                <a16:creationId xmlns:a16="http://schemas.microsoft.com/office/drawing/2014/main" id="{8D0EC4F0-C198-476C-95B7-88A241197E04}"/>
              </a:ext>
            </a:extLst>
          </p:cNvPr>
          <p:cNvSpPr>
            <a:spLocks xmlns:a="http://schemas.openxmlformats.org/drawingml/2006/main" noGrp="1"/>
          </p:cNvSpPr>
          <p:nvPr/>
        </p:nvSpPr>
        <p:spPr>
          <a:xfrm xmlns:a="http://schemas.openxmlformats.org/drawingml/2006/main">
            <a:off x="16602075" y="32489775"/>
            <a:ext cx="12959550" cy="7858125"/>
          </a:xfrm>
          <a:prstGeom xmlns:a="http://schemas.openxmlformats.org/drawingml/2006/main" prst="rect">
            <a:avLst/>
          </a:prstGeom>
          <a:solidFill xmlns:a="http://schemas.openxmlformats.org/drawingml/2006/main">
            <a:srgbClr val="FFFFFF"/>
          </a:solidFill>
          <a:ln xmlns:a="http://schemas.openxmlformats.org/drawingml/2006/main" w="19050">
            <a:solidFill>
              <a:srgbClr val="BDD6DE"/>
            </a:solidFill>
            <a:prstDash val="solid"/>
          </a:ln>
        </p:spPr>
      </p:sp>
      <p:sp>
        <p:nvSpPr>
          <p:cNvPr id="210" name="">
            <a:extLst xmlns:a="http://schemas.openxmlformats.org/drawingml/2006/main">
              <a:ext uri="{FF2B5EF4-FFF2-40B4-BE49-F238E27FC236}">
                <a16:creationId xmlns:a16="http://schemas.microsoft.com/office/drawing/2014/main" id="{C612A4E2-2398-4FA0-AD52-87C743E91897}"/>
              </a:ext>
            </a:extLst>
          </p:cNvPr>
          <p:cNvSpPr>
            <a:spLocks xmlns:a="http://schemas.openxmlformats.org/drawingml/2006/main" noGrp="1"/>
          </p:cNvSpPr>
          <p:nvPr/>
        </p:nvSpPr>
        <p:spPr>
          <a:xfrm xmlns:a="http://schemas.openxmlformats.org/drawingml/2006/main">
            <a:off x="16773525" y="32661225"/>
            <a:ext cx="6222600" cy="933450"/>
          </a:xfrm>
          <a:prstGeom xmlns:a="http://schemas.openxmlformats.org/drawingml/2006/main" prst="rect">
            <a:avLst/>
          </a:prstGeom>
          <a:solidFill xmlns:a="http://schemas.openxmlformats.org/drawingml/2006/main">
            <a:srgbClr val="EAF5F8"/>
          </a:solidFill>
          <a:ln xmlns:a="http://schemas.openxmlformats.org/drawingml/2006/main" w="9525">
            <a:solidFill>
              <a:srgbClr val="BDD6DE"/>
            </a:solidFill>
            <a:prstDash val="solid"/>
          </a:ln>
        </p:spPr>
      </p:sp>
      <p:sp>
        <p:nvSpPr>
          <p:cNvPr id="211" name="">
            <a:extLst xmlns:a="http://schemas.openxmlformats.org/drawingml/2006/main">
              <a:ext uri="{FF2B5EF4-FFF2-40B4-BE49-F238E27FC236}">
                <a16:creationId xmlns:a16="http://schemas.microsoft.com/office/drawing/2014/main" id="{CCEFEFD5-F961-4FD4-B32B-1BCAC83108FF}"/>
              </a:ext>
            </a:extLst>
          </p:cNvPr>
          <p:cNvSpPr>
            <a:spLocks xmlns:a="http://schemas.openxmlformats.org/drawingml/2006/main" noGrp="1"/>
          </p:cNvSpPr>
          <p:nvPr/>
        </p:nvSpPr>
        <p:spPr>
          <a:xfrm xmlns:a="http://schemas.openxmlformats.org/drawingml/2006/main">
            <a:off x="16887825" y="32708850"/>
            <a:ext cx="599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0A2C46"/>
                </a:solidFill>
                <a:latin typeface="Arial"/>
                <a:ea typeface="Arial"/>
                <a:cs typeface="Arial"/>
              </a:defRPr>
            </a:defPPr>
            <a:lvl1pPr>
              <a:defRPr sz="1275" b="1">
                <a:solidFill>
                  <a:srgbClr val="0A2C46"/>
                </a:solidFill>
                <a:latin typeface="Arial"/>
                <a:ea typeface="Arial"/>
                <a:cs typeface="Arial"/>
              </a:defRPr>
            </a:lvl1pPr>
            <a:lvl2pPr>
              <a:defRPr sz="1275" b="1">
                <a:solidFill>
                  <a:srgbClr val="0A2C46"/>
                </a:solidFill>
                <a:latin typeface="Arial"/>
                <a:ea typeface="Arial"/>
                <a:cs typeface="Arial"/>
              </a:defRPr>
            </a:lvl2pPr>
            <a:lvl3pPr>
              <a:defRPr sz="1275" b="1">
                <a:solidFill>
                  <a:srgbClr val="0A2C46"/>
                </a:solidFill>
                <a:latin typeface="Arial"/>
                <a:ea typeface="Arial"/>
                <a:cs typeface="Arial"/>
              </a:defRPr>
            </a:lvl3pPr>
            <a:lvl4pPr>
              <a:defRPr sz="1275" b="1">
                <a:solidFill>
                  <a:srgbClr val="0A2C46"/>
                </a:solidFill>
                <a:latin typeface="Arial"/>
                <a:ea typeface="Arial"/>
                <a:cs typeface="Arial"/>
              </a:defRPr>
            </a:lvl4pPr>
            <a:lvl5pPr>
              <a:defRPr sz="1275" b="1">
                <a:solidFill>
                  <a:srgbClr val="0A2C46"/>
                </a:solidFill>
                <a:latin typeface="Arial"/>
                <a:ea typeface="Arial"/>
                <a:cs typeface="Arial"/>
              </a:defRPr>
            </a:lvl5pPr>
            <a:lvl6pPr>
              <a:defRPr sz="1275" b="1">
                <a:solidFill>
                  <a:srgbClr val="0A2C46"/>
                </a:solidFill>
                <a:latin typeface="Arial"/>
                <a:ea typeface="Arial"/>
                <a:cs typeface="Arial"/>
              </a:defRPr>
            </a:lvl6pPr>
            <a:lvl7pPr>
              <a:defRPr sz="1275" b="1">
                <a:solidFill>
                  <a:srgbClr val="0A2C46"/>
                </a:solidFill>
                <a:latin typeface="Arial"/>
                <a:ea typeface="Arial"/>
                <a:cs typeface="Arial"/>
              </a:defRPr>
            </a:lvl7pPr>
            <a:lvl8pPr>
              <a:defRPr sz="1275" b="1">
                <a:solidFill>
                  <a:srgbClr val="0A2C46"/>
                </a:solidFill>
                <a:latin typeface="Arial"/>
                <a:ea typeface="Arial"/>
                <a:cs typeface="Arial"/>
              </a:defRPr>
            </a:lvl8pPr>
            <a:lvl9pPr>
              <a:defRPr sz="1275" b="1">
                <a:solidFill>
                  <a:srgbClr val="0A2C46"/>
                </a:solidFill>
                <a:latin typeface="Arial"/>
                <a:ea typeface="Arial"/>
                <a:cs typeface="Arial"/>
              </a:defRPr>
            </a:lvl9pPr>
          </a:lstStyle>
          <a:p xmlns:a="http://schemas.openxmlformats.org/drawingml/2006/main">
            <a:pPr>
              <a:defRPr sz="1275" b="1">
                <a:solidFill>
                  <a:srgbClr val="0A2C46"/>
                </a:solidFill>
                <a:latin typeface="Arial"/>
                <a:ea typeface="Arial"/>
                <a:cs typeface="Arial"/>
              </a:defRPr>
            </a:pPr>
            <a:r>
              <a:rPr sz="1275" b="1">
                <a:solidFill>
                  <a:srgbClr val="0A2C46"/>
                </a:solidFill>
                <a:latin typeface="Arial"/>
                <a:ea typeface="Arial"/>
                <a:cs typeface="Arial"/>
              </a:rPr>
              <a:t>1 · Dataset audit</a:t>
            </a:r>
          </a:p>
        </p:txBody>
      </p:sp>
      <p:sp>
        <p:nvSpPr>
          <p:cNvPr id="212" name="">
            <a:extLst xmlns:a="http://schemas.openxmlformats.org/drawingml/2006/main">
              <a:ext uri="{FF2B5EF4-FFF2-40B4-BE49-F238E27FC236}">
                <a16:creationId xmlns:a16="http://schemas.microsoft.com/office/drawing/2014/main" id="{295E284B-E748-4C5C-B735-9D2C59CD5B20}"/>
              </a:ext>
            </a:extLst>
          </p:cNvPr>
          <p:cNvSpPr>
            <a:spLocks xmlns:a="http://schemas.openxmlformats.org/drawingml/2006/main" noGrp="1"/>
          </p:cNvSpPr>
          <p:nvPr/>
        </p:nvSpPr>
        <p:spPr>
          <a:xfrm xmlns:a="http://schemas.openxmlformats.org/drawingml/2006/main">
            <a:off x="16887825" y="32994600"/>
            <a:ext cx="599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050" b="0">
                <a:solidFill>
                  <a:srgbClr val="122B3D"/>
                </a:solidFill>
                <a:latin typeface="Arial"/>
                <a:ea typeface="Arial"/>
                <a:cs typeface="Arial"/>
              </a:defRPr>
            </a:defPPr>
            <a:lvl1pPr>
              <a:defRPr sz="1050" b="0">
                <a:solidFill>
                  <a:srgbClr val="122B3D"/>
                </a:solidFill>
                <a:latin typeface="Arial"/>
                <a:ea typeface="Arial"/>
                <a:cs typeface="Arial"/>
              </a:defRPr>
            </a:lvl1pPr>
            <a:lvl2pPr>
              <a:defRPr sz="1050" b="0">
                <a:solidFill>
                  <a:srgbClr val="122B3D"/>
                </a:solidFill>
                <a:latin typeface="Arial"/>
                <a:ea typeface="Arial"/>
                <a:cs typeface="Arial"/>
              </a:defRPr>
            </a:lvl2pPr>
            <a:lvl3pPr>
              <a:defRPr sz="1050" b="0">
                <a:solidFill>
                  <a:srgbClr val="122B3D"/>
                </a:solidFill>
                <a:latin typeface="Arial"/>
                <a:ea typeface="Arial"/>
                <a:cs typeface="Arial"/>
              </a:defRPr>
            </a:lvl3pPr>
            <a:lvl4pPr>
              <a:defRPr sz="1050" b="0">
                <a:solidFill>
                  <a:srgbClr val="122B3D"/>
                </a:solidFill>
                <a:latin typeface="Arial"/>
                <a:ea typeface="Arial"/>
                <a:cs typeface="Arial"/>
              </a:defRPr>
            </a:lvl4pPr>
            <a:lvl5pPr>
              <a:defRPr sz="1050" b="0">
                <a:solidFill>
                  <a:srgbClr val="122B3D"/>
                </a:solidFill>
                <a:latin typeface="Arial"/>
                <a:ea typeface="Arial"/>
                <a:cs typeface="Arial"/>
              </a:defRPr>
            </a:lvl5pPr>
            <a:lvl6pPr>
              <a:defRPr sz="1050" b="0">
                <a:solidFill>
                  <a:srgbClr val="122B3D"/>
                </a:solidFill>
                <a:latin typeface="Arial"/>
                <a:ea typeface="Arial"/>
                <a:cs typeface="Arial"/>
              </a:defRPr>
            </a:lvl6pPr>
            <a:lvl7pPr>
              <a:defRPr sz="1050" b="0">
                <a:solidFill>
                  <a:srgbClr val="122B3D"/>
                </a:solidFill>
                <a:latin typeface="Arial"/>
                <a:ea typeface="Arial"/>
                <a:cs typeface="Arial"/>
              </a:defRPr>
            </a:lvl7pPr>
            <a:lvl8pPr>
              <a:defRPr sz="1050" b="0">
                <a:solidFill>
                  <a:srgbClr val="122B3D"/>
                </a:solidFill>
                <a:latin typeface="Arial"/>
                <a:ea typeface="Arial"/>
                <a:cs typeface="Arial"/>
              </a:defRPr>
            </a:lvl8pPr>
            <a:lvl9pPr>
              <a:defRPr sz="1050" b="0">
                <a:solidFill>
                  <a:srgbClr val="122B3D"/>
                </a:solidFill>
                <a:latin typeface="Arial"/>
                <a:ea typeface="Arial"/>
                <a:cs typeface="Arial"/>
              </a:defRPr>
            </a:lvl9pPr>
          </a:lstStyle>
          <a:p xmlns:a="http://schemas.openxmlformats.org/drawingml/2006/main">
            <a:pPr>
              <a:defRPr sz="1050" b="0">
                <a:solidFill>
                  <a:srgbClr val="122B3D"/>
                </a:solidFill>
                <a:latin typeface="Arial"/>
                <a:ea typeface="Arial"/>
                <a:cs typeface="Arial"/>
              </a:defRPr>
            </a:pPr>
            <a:r>
              <a:rPr sz="1050" b="0">
                <a:solidFill>
                  <a:srgbClr val="122B3D"/>
                </a:solidFill>
                <a:latin typeface="Arial"/>
                <a:ea typeface="Arial"/>
                <a:cs typeface="Arial"/>
              </a:rPr>
              <a:t>Record TIC IDs, sectors, label source and dates. Resolve Unknown labels and duplicates.</a:t>
            </a:r>
          </a:p>
        </p:txBody>
      </p:sp>
      <p:sp>
        <p:nvSpPr>
          <p:cNvPr id="213" name="">
            <a:extLst xmlns:a="http://schemas.openxmlformats.org/drawingml/2006/main">
              <a:ext uri="{FF2B5EF4-FFF2-40B4-BE49-F238E27FC236}">
                <a16:creationId xmlns:a16="http://schemas.microsoft.com/office/drawing/2014/main" id="{DDBF75B9-FF43-443E-BD6A-056B7BAEBD2A}"/>
              </a:ext>
            </a:extLst>
          </p:cNvPr>
          <p:cNvSpPr>
            <a:spLocks xmlns:a="http://schemas.openxmlformats.org/drawingml/2006/main" noGrp="1"/>
          </p:cNvSpPr>
          <p:nvPr/>
        </p:nvSpPr>
        <p:spPr>
          <a:xfrm xmlns:a="http://schemas.openxmlformats.org/drawingml/2006/main">
            <a:off x="23253300" y="32661225"/>
            <a:ext cx="6222600" cy="933450"/>
          </a:xfrm>
          <a:prstGeom xmlns:a="http://schemas.openxmlformats.org/drawingml/2006/main" prst="rect">
            <a:avLst/>
          </a:prstGeom>
          <a:solidFill xmlns:a="http://schemas.openxmlformats.org/drawingml/2006/main">
            <a:srgbClr val="EAF5F8"/>
          </a:solidFill>
          <a:ln xmlns:a="http://schemas.openxmlformats.org/drawingml/2006/main" w="9525">
            <a:solidFill>
              <a:srgbClr val="BDD6DE"/>
            </a:solidFill>
            <a:prstDash val="solid"/>
          </a:ln>
        </p:spPr>
      </p:sp>
      <p:sp>
        <p:nvSpPr>
          <p:cNvPr id="214" name="">
            <a:extLst xmlns:a="http://schemas.openxmlformats.org/drawingml/2006/main">
              <a:ext uri="{FF2B5EF4-FFF2-40B4-BE49-F238E27FC236}">
                <a16:creationId xmlns:a16="http://schemas.microsoft.com/office/drawing/2014/main" id="{7C7EF399-0CFF-4DA5-9F38-B93F0FE919AF}"/>
              </a:ext>
            </a:extLst>
          </p:cNvPr>
          <p:cNvSpPr>
            <a:spLocks xmlns:a="http://schemas.openxmlformats.org/drawingml/2006/main" noGrp="1"/>
          </p:cNvSpPr>
          <p:nvPr/>
        </p:nvSpPr>
        <p:spPr>
          <a:xfrm xmlns:a="http://schemas.openxmlformats.org/drawingml/2006/main">
            <a:off x="23367600" y="32708850"/>
            <a:ext cx="599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0A2C46"/>
                </a:solidFill>
                <a:latin typeface="Arial"/>
                <a:ea typeface="Arial"/>
                <a:cs typeface="Arial"/>
              </a:defRPr>
            </a:defPPr>
            <a:lvl1pPr>
              <a:defRPr sz="1275" b="1">
                <a:solidFill>
                  <a:srgbClr val="0A2C46"/>
                </a:solidFill>
                <a:latin typeface="Arial"/>
                <a:ea typeface="Arial"/>
                <a:cs typeface="Arial"/>
              </a:defRPr>
            </a:lvl1pPr>
            <a:lvl2pPr>
              <a:defRPr sz="1275" b="1">
                <a:solidFill>
                  <a:srgbClr val="0A2C46"/>
                </a:solidFill>
                <a:latin typeface="Arial"/>
                <a:ea typeface="Arial"/>
                <a:cs typeface="Arial"/>
              </a:defRPr>
            </a:lvl2pPr>
            <a:lvl3pPr>
              <a:defRPr sz="1275" b="1">
                <a:solidFill>
                  <a:srgbClr val="0A2C46"/>
                </a:solidFill>
                <a:latin typeface="Arial"/>
                <a:ea typeface="Arial"/>
                <a:cs typeface="Arial"/>
              </a:defRPr>
            </a:lvl3pPr>
            <a:lvl4pPr>
              <a:defRPr sz="1275" b="1">
                <a:solidFill>
                  <a:srgbClr val="0A2C46"/>
                </a:solidFill>
                <a:latin typeface="Arial"/>
                <a:ea typeface="Arial"/>
                <a:cs typeface="Arial"/>
              </a:defRPr>
            </a:lvl4pPr>
            <a:lvl5pPr>
              <a:defRPr sz="1275" b="1">
                <a:solidFill>
                  <a:srgbClr val="0A2C46"/>
                </a:solidFill>
                <a:latin typeface="Arial"/>
                <a:ea typeface="Arial"/>
                <a:cs typeface="Arial"/>
              </a:defRPr>
            </a:lvl5pPr>
            <a:lvl6pPr>
              <a:defRPr sz="1275" b="1">
                <a:solidFill>
                  <a:srgbClr val="0A2C46"/>
                </a:solidFill>
                <a:latin typeface="Arial"/>
                <a:ea typeface="Arial"/>
                <a:cs typeface="Arial"/>
              </a:defRPr>
            </a:lvl6pPr>
            <a:lvl7pPr>
              <a:defRPr sz="1275" b="1">
                <a:solidFill>
                  <a:srgbClr val="0A2C46"/>
                </a:solidFill>
                <a:latin typeface="Arial"/>
                <a:ea typeface="Arial"/>
                <a:cs typeface="Arial"/>
              </a:defRPr>
            </a:lvl7pPr>
            <a:lvl8pPr>
              <a:defRPr sz="1275" b="1">
                <a:solidFill>
                  <a:srgbClr val="0A2C46"/>
                </a:solidFill>
                <a:latin typeface="Arial"/>
                <a:ea typeface="Arial"/>
                <a:cs typeface="Arial"/>
              </a:defRPr>
            </a:lvl8pPr>
            <a:lvl9pPr>
              <a:defRPr sz="1275" b="1">
                <a:solidFill>
                  <a:srgbClr val="0A2C46"/>
                </a:solidFill>
                <a:latin typeface="Arial"/>
                <a:ea typeface="Arial"/>
                <a:cs typeface="Arial"/>
              </a:defRPr>
            </a:lvl9pPr>
          </a:lstStyle>
          <a:p xmlns:a="http://schemas.openxmlformats.org/drawingml/2006/main">
            <a:pPr>
              <a:defRPr sz="1275" b="1">
                <a:solidFill>
                  <a:srgbClr val="0A2C46"/>
                </a:solidFill>
                <a:latin typeface="Arial"/>
                <a:ea typeface="Arial"/>
                <a:cs typeface="Arial"/>
              </a:defRPr>
            </a:pPr>
            <a:r>
              <a:rPr sz="1275" b="1">
                <a:solidFill>
                  <a:srgbClr val="0A2C46"/>
                </a:solidFill>
                <a:latin typeface="Arial"/>
                <a:ea typeface="Arial"/>
                <a:cs typeface="Arial"/>
              </a:rPr>
              <a:t>2 · Leakage-safe split</a:t>
            </a:r>
          </a:p>
        </p:txBody>
      </p:sp>
      <p:sp>
        <p:nvSpPr>
          <p:cNvPr id="215" name="">
            <a:extLst xmlns:a="http://schemas.openxmlformats.org/drawingml/2006/main">
              <a:ext uri="{FF2B5EF4-FFF2-40B4-BE49-F238E27FC236}">
                <a16:creationId xmlns:a16="http://schemas.microsoft.com/office/drawing/2014/main" id="{FE4D30B1-4F5A-45DA-AC22-09D227376E03}"/>
              </a:ext>
            </a:extLst>
          </p:cNvPr>
          <p:cNvSpPr>
            <a:spLocks xmlns:a="http://schemas.openxmlformats.org/drawingml/2006/main" noGrp="1"/>
          </p:cNvSpPr>
          <p:nvPr/>
        </p:nvSpPr>
        <p:spPr>
          <a:xfrm xmlns:a="http://schemas.openxmlformats.org/drawingml/2006/main">
            <a:off x="23367600" y="32994600"/>
            <a:ext cx="599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050" b="0">
                <a:solidFill>
                  <a:srgbClr val="122B3D"/>
                </a:solidFill>
                <a:latin typeface="Arial"/>
                <a:ea typeface="Arial"/>
                <a:cs typeface="Arial"/>
              </a:defRPr>
            </a:defPPr>
            <a:lvl1pPr>
              <a:defRPr sz="1050" b="0">
                <a:solidFill>
                  <a:srgbClr val="122B3D"/>
                </a:solidFill>
                <a:latin typeface="Arial"/>
                <a:ea typeface="Arial"/>
                <a:cs typeface="Arial"/>
              </a:defRPr>
            </a:lvl1pPr>
            <a:lvl2pPr>
              <a:defRPr sz="1050" b="0">
                <a:solidFill>
                  <a:srgbClr val="122B3D"/>
                </a:solidFill>
                <a:latin typeface="Arial"/>
                <a:ea typeface="Arial"/>
                <a:cs typeface="Arial"/>
              </a:defRPr>
            </a:lvl2pPr>
            <a:lvl3pPr>
              <a:defRPr sz="1050" b="0">
                <a:solidFill>
                  <a:srgbClr val="122B3D"/>
                </a:solidFill>
                <a:latin typeface="Arial"/>
                <a:ea typeface="Arial"/>
                <a:cs typeface="Arial"/>
              </a:defRPr>
            </a:lvl3pPr>
            <a:lvl4pPr>
              <a:defRPr sz="1050" b="0">
                <a:solidFill>
                  <a:srgbClr val="122B3D"/>
                </a:solidFill>
                <a:latin typeface="Arial"/>
                <a:ea typeface="Arial"/>
                <a:cs typeface="Arial"/>
              </a:defRPr>
            </a:lvl4pPr>
            <a:lvl5pPr>
              <a:defRPr sz="1050" b="0">
                <a:solidFill>
                  <a:srgbClr val="122B3D"/>
                </a:solidFill>
                <a:latin typeface="Arial"/>
                <a:ea typeface="Arial"/>
                <a:cs typeface="Arial"/>
              </a:defRPr>
            </a:lvl5pPr>
            <a:lvl6pPr>
              <a:defRPr sz="1050" b="0">
                <a:solidFill>
                  <a:srgbClr val="122B3D"/>
                </a:solidFill>
                <a:latin typeface="Arial"/>
                <a:ea typeface="Arial"/>
                <a:cs typeface="Arial"/>
              </a:defRPr>
            </a:lvl6pPr>
            <a:lvl7pPr>
              <a:defRPr sz="1050" b="0">
                <a:solidFill>
                  <a:srgbClr val="122B3D"/>
                </a:solidFill>
                <a:latin typeface="Arial"/>
                <a:ea typeface="Arial"/>
                <a:cs typeface="Arial"/>
              </a:defRPr>
            </a:lvl7pPr>
            <a:lvl8pPr>
              <a:defRPr sz="1050" b="0">
                <a:solidFill>
                  <a:srgbClr val="122B3D"/>
                </a:solidFill>
                <a:latin typeface="Arial"/>
                <a:ea typeface="Arial"/>
                <a:cs typeface="Arial"/>
              </a:defRPr>
            </a:lvl8pPr>
            <a:lvl9pPr>
              <a:defRPr sz="1050" b="0">
                <a:solidFill>
                  <a:srgbClr val="122B3D"/>
                </a:solidFill>
                <a:latin typeface="Arial"/>
                <a:ea typeface="Arial"/>
                <a:cs typeface="Arial"/>
              </a:defRPr>
            </a:lvl9pPr>
          </a:lstStyle>
          <a:p xmlns:a="http://schemas.openxmlformats.org/drawingml/2006/main">
            <a:pPr>
              <a:defRPr sz="1050" b="0">
                <a:solidFill>
                  <a:srgbClr val="122B3D"/>
                </a:solidFill>
                <a:latin typeface="Arial"/>
                <a:ea typeface="Arial"/>
                <a:cs typeface="Arial"/>
              </a:defRPr>
            </a:pPr>
            <a:r>
              <a:rPr sz="1050" b="0">
                <a:solidFill>
                  <a:srgbClr val="122B3D"/>
                </a:solidFill>
                <a:latin typeface="Arial"/>
                <a:ea typeface="Arial"/>
                <a:cs typeface="Arial"/>
              </a:rPr>
              <a:t>Group observations by star so repeat sectors cannot enter both train and test.</a:t>
            </a:r>
          </a:p>
        </p:txBody>
      </p:sp>
      <p:sp>
        <p:nvSpPr>
          <p:cNvPr id="216" name="">
            <a:extLst xmlns:a="http://schemas.openxmlformats.org/drawingml/2006/main">
              <a:ext uri="{FF2B5EF4-FFF2-40B4-BE49-F238E27FC236}">
                <a16:creationId xmlns:a16="http://schemas.microsoft.com/office/drawing/2014/main" id="{446B1B87-E4EE-4A9F-99F7-6C8112E356B4}"/>
              </a:ext>
            </a:extLst>
          </p:cNvPr>
          <p:cNvSpPr>
            <a:spLocks xmlns:a="http://schemas.openxmlformats.org/drawingml/2006/main" noGrp="1"/>
          </p:cNvSpPr>
          <p:nvPr/>
        </p:nvSpPr>
        <p:spPr>
          <a:xfrm xmlns:a="http://schemas.openxmlformats.org/drawingml/2006/main">
            <a:off x="16773525" y="33708975"/>
            <a:ext cx="6222600" cy="933450"/>
          </a:xfrm>
          <a:prstGeom xmlns:a="http://schemas.openxmlformats.org/drawingml/2006/main" prst="rect">
            <a:avLst/>
          </a:prstGeom>
          <a:solidFill xmlns:a="http://schemas.openxmlformats.org/drawingml/2006/main">
            <a:srgbClr val="EAF5F8"/>
          </a:solidFill>
          <a:ln xmlns:a="http://schemas.openxmlformats.org/drawingml/2006/main" w="9525">
            <a:solidFill>
              <a:srgbClr val="BDD6DE"/>
            </a:solidFill>
            <a:prstDash val="solid"/>
          </a:ln>
        </p:spPr>
      </p:sp>
      <p:sp>
        <p:nvSpPr>
          <p:cNvPr id="217" name="">
            <a:extLst xmlns:a="http://schemas.openxmlformats.org/drawingml/2006/main">
              <a:ext uri="{FF2B5EF4-FFF2-40B4-BE49-F238E27FC236}">
                <a16:creationId xmlns:a16="http://schemas.microsoft.com/office/drawing/2014/main" id="{EE8E7D74-C605-4043-9E16-CC1372FB4A92}"/>
              </a:ext>
            </a:extLst>
          </p:cNvPr>
          <p:cNvSpPr>
            <a:spLocks xmlns:a="http://schemas.openxmlformats.org/drawingml/2006/main" noGrp="1"/>
          </p:cNvSpPr>
          <p:nvPr/>
        </p:nvSpPr>
        <p:spPr>
          <a:xfrm xmlns:a="http://schemas.openxmlformats.org/drawingml/2006/main">
            <a:off x="16887825" y="33756600"/>
            <a:ext cx="599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0A2C46"/>
                </a:solidFill>
                <a:latin typeface="Arial"/>
                <a:ea typeface="Arial"/>
                <a:cs typeface="Arial"/>
              </a:defRPr>
            </a:defPPr>
            <a:lvl1pPr>
              <a:defRPr sz="1275" b="1">
                <a:solidFill>
                  <a:srgbClr val="0A2C46"/>
                </a:solidFill>
                <a:latin typeface="Arial"/>
                <a:ea typeface="Arial"/>
                <a:cs typeface="Arial"/>
              </a:defRPr>
            </a:lvl1pPr>
            <a:lvl2pPr>
              <a:defRPr sz="1275" b="1">
                <a:solidFill>
                  <a:srgbClr val="0A2C46"/>
                </a:solidFill>
                <a:latin typeface="Arial"/>
                <a:ea typeface="Arial"/>
                <a:cs typeface="Arial"/>
              </a:defRPr>
            </a:lvl2pPr>
            <a:lvl3pPr>
              <a:defRPr sz="1275" b="1">
                <a:solidFill>
                  <a:srgbClr val="0A2C46"/>
                </a:solidFill>
                <a:latin typeface="Arial"/>
                <a:ea typeface="Arial"/>
                <a:cs typeface="Arial"/>
              </a:defRPr>
            </a:lvl3pPr>
            <a:lvl4pPr>
              <a:defRPr sz="1275" b="1">
                <a:solidFill>
                  <a:srgbClr val="0A2C46"/>
                </a:solidFill>
                <a:latin typeface="Arial"/>
                <a:ea typeface="Arial"/>
                <a:cs typeface="Arial"/>
              </a:defRPr>
            </a:lvl4pPr>
            <a:lvl5pPr>
              <a:defRPr sz="1275" b="1">
                <a:solidFill>
                  <a:srgbClr val="0A2C46"/>
                </a:solidFill>
                <a:latin typeface="Arial"/>
                <a:ea typeface="Arial"/>
                <a:cs typeface="Arial"/>
              </a:defRPr>
            </a:lvl5pPr>
            <a:lvl6pPr>
              <a:defRPr sz="1275" b="1">
                <a:solidFill>
                  <a:srgbClr val="0A2C46"/>
                </a:solidFill>
                <a:latin typeface="Arial"/>
                <a:ea typeface="Arial"/>
                <a:cs typeface="Arial"/>
              </a:defRPr>
            </a:lvl6pPr>
            <a:lvl7pPr>
              <a:defRPr sz="1275" b="1">
                <a:solidFill>
                  <a:srgbClr val="0A2C46"/>
                </a:solidFill>
                <a:latin typeface="Arial"/>
                <a:ea typeface="Arial"/>
                <a:cs typeface="Arial"/>
              </a:defRPr>
            </a:lvl7pPr>
            <a:lvl8pPr>
              <a:defRPr sz="1275" b="1">
                <a:solidFill>
                  <a:srgbClr val="0A2C46"/>
                </a:solidFill>
                <a:latin typeface="Arial"/>
                <a:ea typeface="Arial"/>
                <a:cs typeface="Arial"/>
              </a:defRPr>
            </a:lvl8pPr>
            <a:lvl9pPr>
              <a:defRPr sz="1275" b="1">
                <a:solidFill>
                  <a:srgbClr val="0A2C46"/>
                </a:solidFill>
                <a:latin typeface="Arial"/>
                <a:ea typeface="Arial"/>
                <a:cs typeface="Arial"/>
              </a:defRPr>
            </a:lvl9pPr>
          </a:lstStyle>
          <a:p xmlns:a="http://schemas.openxmlformats.org/drawingml/2006/main">
            <a:pPr>
              <a:defRPr sz="1275" b="1">
                <a:solidFill>
                  <a:srgbClr val="0A2C46"/>
                </a:solidFill>
                <a:latin typeface="Arial"/>
                <a:ea typeface="Arial"/>
                <a:cs typeface="Arial"/>
              </a:defRPr>
            </a:pPr>
            <a:r>
              <a:rPr sz="1275" b="1">
                <a:solidFill>
                  <a:srgbClr val="0A2C46"/>
                </a:solidFill>
                <a:latin typeface="Arial"/>
                <a:ea typeface="Arial"/>
                <a:cs typeface="Arial"/>
              </a:rPr>
              <a:t>3 · Baselines and ablations</a:t>
            </a:r>
          </a:p>
        </p:txBody>
      </p:sp>
      <p:sp>
        <p:nvSpPr>
          <p:cNvPr id="218" name="">
            <a:extLst xmlns:a="http://schemas.openxmlformats.org/drawingml/2006/main">
              <a:ext uri="{FF2B5EF4-FFF2-40B4-BE49-F238E27FC236}">
                <a16:creationId xmlns:a16="http://schemas.microsoft.com/office/drawing/2014/main" id="{7284BA29-C13D-4430-A893-FC7AA43A995B}"/>
              </a:ext>
            </a:extLst>
          </p:cNvPr>
          <p:cNvSpPr>
            <a:spLocks xmlns:a="http://schemas.openxmlformats.org/drawingml/2006/main" noGrp="1"/>
          </p:cNvSpPr>
          <p:nvPr/>
        </p:nvSpPr>
        <p:spPr>
          <a:xfrm xmlns:a="http://schemas.openxmlformats.org/drawingml/2006/main">
            <a:off x="16887825" y="34042350"/>
            <a:ext cx="599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050" b="0">
                <a:solidFill>
                  <a:srgbClr val="122B3D"/>
                </a:solidFill>
                <a:latin typeface="Arial"/>
                <a:ea typeface="Arial"/>
                <a:cs typeface="Arial"/>
              </a:defRPr>
            </a:defPPr>
            <a:lvl1pPr>
              <a:defRPr sz="1050" b="0">
                <a:solidFill>
                  <a:srgbClr val="122B3D"/>
                </a:solidFill>
                <a:latin typeface="Arial"/>
                <a:ea typeface="Arial"/>
                <a:cs typeface="Arial"/>
              </a:defRPr>
            </a:lvl1pPr>
            <a:lvl2pPr>
              <a:defRPr sz="1050" b="0">
                <a:solidFill>
                  <a:srgbClr val="122B3D"/>
                </a:solidFill>
                <a:latin typeface="Arial"/>
                <a:ea typeface="Arial"/>
                <a:cs typeface="Arial"/>
              </a:defRPr>
            </a:lvl2pPr>
            <a:lvl3pPr>
              <a:defRPr sz="1050" b="0">
                <a:solidFill>
                  <a:srgbClr val="122B3D"/>
                </a:solidFill>
                <a:latin typeface="Arial"/>
                <a:ea typeface="Arial"/>
                <a:cs typeface="Arial"/>
              </a:defRPr>
            </a:lvl3pPr>
            <a:lvl4pPr>
              <a:defRPr sz="1050" b="0">
                <a:solidFill>
                  <a:srgbClr val="122B3D"/>
                </a:solidFill>
                <a:latin typeface="Arial"/>
                <a:ea typeface="Arial"/>
                <a:cs typeface="Arial"/>
              </a:defRPr>
            </a:lvl4pPr>
            <a:lvl5pPr>
              <a:defRPr sz="1050" b="0">
                <a:solidFill>
                  <a:srgbClr val="122B3D"/>
                </a:solidFill>
                <a:latin typeface="Arial"/>
                <a:ea typeface="Arial"/>
                <a:cs typeface="Arial"/>
              </a:defRPr>
            </a:lvl5pPr>
            <a:lvl6pPr>
              <a:defRPr sz="1050" b="0">
                <a:solidFill>
                  <a:srgbClr val="122B3D"/>
                </a:solidFill>
                <a:latin typeface="Arial"/>
                <a:ea typeface="Arial"/>
                <a:cs typeface="Arial"/>
              </a:defRPr>
            </a:lvl6pPr>
            <a:lvl7pPr>
              <a:defRPr sz="1050" b="0">
                <a:solidFill>
                  <a:srgbClr val="122B3D"/>
                </a:solidFill>
                <a:latin typeface="Arial"/>
                <a:ea typeface="Arial"/>
                <a:cs typeface="Arial"/>
              </a:defRPr>
            </a:lvl7pPr>
            <a:lvl8pPr>
              <a:defRPr sz="1050" b="0">
                <a:solidFill>
                  <a:srgbClr val="122B3D"/>
                </a:solidFill>
                <a:latin typeface="Arial"/>
                <a:ea typeface="Arial"/>
                <a:cs typeface="Arial"/>
              </a:defRPr>
            </a:lvl8pPr>
            <a:lvl9pPr>
              <a:defRPr sz="1050" b="0">
                <a:solidFill>
                  <a:srgbClr val="122B3D"/>
                </a:solidFill>
                <a:latin typeface="Arial"/>
                <a:ea typeface="Arial"/>
                <a:cs typeface="Arial"/>
              </a:defRPr>
            </a:lvl9pPr>
          </a:lstStyle>
          <a:p xmlns:a="http://schemas.openxmlformats.org/drawingml/2006/main">
            <a:pPr>
              <a:defRPr sz="1050" b="0">
                <a:solidFill>
                  <a:srgbClr val="122B3D"/>
                </a:solidFill>
                <a:latin typeface="Arial"/>
                <a:ea typeface="Arial"/>
                <a:cs typeface="Arial"/>
              </a:defRPr>
            </a:pPr>
            <a:r>
              <a:rPr sz="1050" b="0">
                <a:solidFill>
                  <a:srgbClr val="122B3D"/>
                </a:solidFill>
                <a:latin typeface="Arial"/>
                <a:ea typeface="Arial"/>
                <a:cs typeface="Arial"/>
              </a:rPr>
              <a:t>Compare every model with simple rules and remove feature families one at a time.</a:t>
            </a:r>
          </a:p>
        </p:txBody>
      </p:sp>
      <p:sp>
        <p:nvSpPr>
          <p:cNvPr id="219" name="">
            <a:extLst xmlns:a="http://schemas.openxmlformats.org/drawingml/2006/main">
              <a:ext uri="{FF2B5EF4-FFF2-40B4-BE49-F238E27FC236}">
                <a16:creationId xmlns:a16="http://schemas.microsoft.com/office/drawing/2014/main" id="{D1BC7083-A7A1-4DEC-9B79-E304871A479C}"/>
              </a:ext>
            </a:extLst>
          </p:cNvPr>
          <p:cNvSpPr>
            <a:spLocks xmlns:a="http://schemas.openxmlformats.org/drawingml/2006/main" noGrp="1"/>
          </p:cNvSpPr>
          <p:nvPr/>
        </p:nvSpPr>
        <p:spPr>
          <a:xfrm xmlns:a="http://schemas.openxmlformats.org/drawingml/2006/main">
            <a:off x="23253300" y="33708975"/>
            <a:ext cx="6222600" cy="933450"/>
          </a:xfrm>
          <a:prstGeom xmlns:a="http://schemas.openxmlformats.org/drawingml/2006/main" prst="rect">
            <a:avLst/>
          </a:prstGeom>
          <a:solidFill xmlns:a="http://schemas.openxmlformats.org/drawingml/2006/main">
            <a:srgbClr val="EAF5F8"/>
          </a:solidFill>
          <a:ln xmlns:a="http://schemas.openxmlformats.org/drawingml/2006/main" w="9525">
            <a:solidFill>
              <a:srgbClr val="BDD6DE"/>
            </a:solidFill>
            <a:prstDash val="solid"/>
          </a:ln>
        </p:spPr>
      </p:sp>
      <p:sp>
        <p:nvSpPr>
          <p:cNvPr id="220" name="">
            <a:extLst xmlns:a="http://schemas.openxmlformats.org/drawingml/2006/main">
              <a:ext uri="{FF2B5EF4-FFF2-40B4-BE49-F238E27FC236}">
                <a16:creationId xmlns:a16="http://schemas.microsoft.com/office/drawing/2014/main" id="{83648E29-1A59-450F-AD66-493F74221B3B}"/>
              </a:ext>
            </a:extLst>
          </p:cNvPr>
          <p:cNvSpPr>
            <a:spLocks xmlns:a="http://schemas.openxmlformats.org/drawingml/2006/main" noGrp="1"/>
          </p:cNvSpPr>
          <p:nvPr/>
        </p:nvSpPr>
        <p:spPr>
          <a:xfrm xmlns:a="http://schemas.openxmlformats.org/drawingml/2006/main">
            <a:off x="23367600" y="33756600"/>
            <a:ext cx="599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0A2C46"/>
                </a:solidFill>
                <a:latin typeface="Arial"/>
                <a:ea typeface="Arial"/>
                <a:cs typeface="Arial"/>
              </a:defRPr>
            </a:defPPr>
            <a:lvl1pPr>
              <a:defRPr sz="1275" b="1">
                <a:solidFill>
                  <a:srgbClr val="0A2C46"/>
                </a:solidFill>
                <a:latin typeface="Arial"/>
                <a:ea typeface="Arial"/>
                <a:cs typeface="Arial"/>
              </a:defRPr>
            </a:lvl1pPr>
            <a:lvl2pPr>
              <a:defRPr sz="1275" b="1">
                <a:solidFill>
                  <a:srgbClr val="0A2C46"/>
                </a:solidFill>
                <a:latin typeface="Arial"/>
                <a:ea typeface="Arial"/>
                <a:cs typeface="Arial"/>
              </a:defRPr>
            </a:lvl2pPr>
            <a:lvl3pPr>
              <a:defRPr sz="1275" b="1">
                <a:solidFill>
                  <a:srgbClr val="0A2C46"/>
                </a:solidFill>
                <a:latin typeface="Arial"/>
                <a:ea typeface="Arial"/>
                <a:cs typeface="Arial"/>
              </a:defRPr>
            </a:lvl3pPr>
            <a:lvl4pPr>
              <a:defRPr sz="1275" b="1">
                <a:solidFill>
                  <a:srgbClr val="0A2C46"/>
                </a:solidFill>
                <a:latin typeface="Arial"/>
                <a:ea typeface="Arial"/>
                <a:cs typeface="Arial"/>
              </a:defRPr>
            </a:lvl4pPr>
            <a:lvl5pPr>
              <a:defRPr sz="1275" b="1">
                <a:solidFill>
                  <a:srgbClr val="0A2C46"/>
                </a:solidFill>
                <a:latin typeface="Arial"/>
                <a:ea typeface="Arial"/>
                <a:cs typeface="Arial"/>
              </a:defRPr>
            </a:lvl5pPr>
            <a:lvl6pPr>
              <a:defRPr sz="1275" b="1">
                <a:solidFill>
                  <a:srgbClr val="0A2C46"/>
                </a:solidFill>
                <a:latin typeface="Arial"/>
                <a:ea typeface="Arial"/>
                <a:cs typeface="Arial"/>
              </a:defRPr>
            </a:lvl6pPr>
            <a:lvl7pPr>
              <a:defRPr sz="1275" b="1">
                <a:solidFill>
                  <a:srgbClr val="0A2C46"/>
                </a:solidFill>
                <a:latin typeface="Arial"/>
                <a:ea typeface="Arial"/>
                <a:cs typeface="Arial"/>
              </a:defRPr>
            </a:lvl7pPr>
            <a:lvl8pPr>
              <a:defRPr sz="1275" b="1">
                <a:solidFill>
                  <a:srgbClr val="0A2C46"/>
                </a:solidFill>
                <a:latin typeface="Arial"/>
                <a:ea typeface="Arial"/>
                <a:cs typeface="Arial"/>
              </a:defRPr>
            </a:lvl8pPr>
            <a:lvl9pPr>
              <a:defRPr sz="1275" b="1">
                <a:solidFill>
                  <a:srgbClr val="0A2C46"/>
                </a:solidFill>
                <a:latin typeface="Arial"/>
                <a:ea typeface="Arial"/>
                <a:cs typeface="Arial"/>
              </a:defRPr>
            </a:lvl9pPr>
          </a:lstStyle>
          <a:p xmlns:a="http://schemas.openxmlformats.org/drawingml/2006/main">
            <a:pPr>
              <a:defRPr sz="1275" b="1">
                <a:solidFill>
                  <a:srgbClr val="0A2C46"/>
                </a:solidFill>
                <a:latin typeface="Arial"/>
                <a:ea typeface="Arial"/>
                <a:cs typeface="Arial"/>
              </a:defRPr>
            </a:pPr>
            <a:r>
              <a:rPr sz="1275" b="1">
                <a:solidFill>
                  <a:srgbClr val="0A2C46"/>
                </a:solidFill>
                <a:latin typeface="Arial"/>
                <a:ea typeface="Arial"/>
                <a:cs typeface="Arial"/>
              </a:rPr>
              <a:t>4 · Calibration</a:t>
            </a:r>
          </a:p>
        </p:txBody>
      </p:sp>
      <p:sp>
        <p:nvSpPr>
          <p:cNvPr id="221" name="">
            <a:extLst xmlns:a="http://schemas.openxmlformats.org/drawingml/2006/main">
              <a:ext uri="{FF2B5EF4-FFF2-40B4-BE49-F238E27FC236}">
                <a16:creationId xmlns:a16="http://schemas.microsoft.com/office/drawing/2014/main" id="{219D4EFA-FB44-49E3-9183-19072738F879}"/>
              </a:ext>
            </a:extLst>
          </p:cNvPr>
          <p:cNvSpPr>
            <a:spLocks xmlns:a="http://schemas.openxmlformats.org/drawingml/2006/main" noGrp="1"/>
          </p:cNvSpPr>
          <p:nvPr/>
        </p:nvSpPr>
        <p:spPr>
          <a:xfrm xmlns:a="http://schemas.openxmlformats.org/drawingml/2006/main">
            <a:off x="23367600" y="34042350"/>
            <a:ext cx="599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050" b="0">
                <a:solidFill>
                  <a:srgbClr val="122B3D"/>
                </a:solidFill>
                <a:latin typeface="Arial"/>
                <a:ea typeface="Arial"/>
                <a:cs typeface="Arial"/>
              </a:defRPr>
            </a:defPPr>
            <a:lvl1pPr>
              <a:defRPr sz="1050" b="0">
                <a:solidFill>
                  <a:srgbClr val="122B3D"/>
                </a:solidFill>
                <a:latin typeface="Arial"/>
                <a:ea typeface="Arial"/>
                <a:cs typeface="Arial"/>
              </a:defRPr>
            </a:lvl1pPr>
            <a:lvl2pPr>
              <a:defRPr sz="1050" b="0">
                <a:solidFill>
                  <a:srgbClr val="122B3D"/>
                </a:solidFill>
                <a:latin typeface="Arial"/>
                <a:ea typeface="Arial"/>
                <a:cs typeface="Arial"/>
              </a:defRPr>
            </a:lvl2pPr>
            <a:lvl3pPr>
              <a:defRPr sz="1050" b="0">
                <a:solidFill>
                  <a:srgbClr val="122B3D"/>
                </a:solidFill>
                <a:latin typeface="Arial"/>
                <a:ea typeface="Arial"/>
                <a:cs typeface="Arial"/>
              </a:defRPr>
            </a:lvl3pPr>
            <a:lvl4pPr>
              <a:defRPr sz="1050" b="0">
                <a:solidFill>
                  <a:srgbClr val="122B3D"/>
                </a:solidFill>
                <a:latin typeface="Arial"/>
                <a:ea typeface="Arial"/>
                <a:cs typeface="Arial"/>
              </a:defRPr>
            </a:lvl4pPr>
            <a:lvl5pPr>
              <a:defRPr sz="1050" b="0">
                <a:solidFill>
                  <a:srgbClr val="122B3D"/>
                </a:solidFill>
                <a:latin typeface="Arial"/>
                <a:ea typeface="Arial"/>
                <a:cs typeface="Arial"/>
              </a:defRPr>
            </a:lvl5pPr>
            <a:lvl6pPr>
              <a:defRPr sz="1050" b="0">
                <a:solidFill>
                  <a:srgbClr val="122B3D"/>
                </a:solidFill>
                <a:latin typeface="Arial"/>
                <a:ea typeface="Arial"/>
                <a:cs typeface="Arial"/>
              </a:defRPr>
            </a:lvl6pPr>
            <a:lvl7pPr>
              <a:defRPr sz="1050" b="0">
                <a:solidFill>
                  <a:srgbClr val="122B3D"/>
                </a:solidFill>
                <a:latin typeface="Arial"/>
                <a:ea typeface="Arial"/>
                <a:cs typeface="Arial"/>
              </a:defRPr>
            </a:lvl7pPr>
            <a:lvl8pPr>
              <a:defRPr sz="1050" b="0">
                <a:solidFill>
                  <a:srgbClr val="122B3D"/>
                </a:solidFill>
                <a:latin typeface="Arial"/>
                <a:ea typeface="Arial"/>
                <a:cs typeface="Arial"/>
              </a:defRPr>
            </a:lvl8pPr>
            <a:lvl9pPr>
              <a:defRPr sz="1050" b="0">
                <a:solidFill>
                  <a:srgbClr val="122B3D"/>
                </a:solidFill>
                <a:latin typeface="Arial"/>
                <a:ea typeface="Arial"/>
                <a:cs typeface="Arial"/>
              </a:defRPr>
            </a:lvl9pPr>
          </a:lstStyle>
          <a:p xmlns:a="http://schemas.openxmlformats.org/drawingml/2006/main">
            <a:pPr>
              <a:defRPr sz="1050" b="0">
                <a:solidFill>
                  <a:srgbClr val="122B3D"/>
                </a:solidFill>
                <a:latin typeface="Arial"/>
                <a:ea typeface="Arial"/>
                <a:cs typeface="Arial"/>
              </a:defRPr>
            </a:pPr>
            <a:r>
              <a:rPr sz="1050" b="0">
                <a:solidFill>
                  <a:srgbClr val="122B3D"/>
                </a:solidFill>
                <a:latin typeface="Arial"/>
                <a:ea typeface="Arial"/>
                <a:cs typeface="Arial"/>
              </a:rPr>
              <a:t>Report reliability curves, Brier score and threshold tradeoffs.</a:t>
            </a:r>
          </a:p>
        </p:txBody>
      </p:sp>
      <p:sp>
        <p:nvSpPr>
          <p:cNvPr id="222" name="">
            <a:extLst xmlns:a="http://schemas.openxmlformats.org/drawingml/2006/main">
              <a:ext uri="{FF2B5EF4-FFF2-40B4-BE49-F238E27FC236}">
                <a16:creationId xmlns:a16="http://schemas.microsoft.com/office/drawing/2014/main" id="{C58FB761-8E09-48EB-9E7F-461245DBE777}"/>
              </a:ext>
            </a:extLst>
          </p:cNvPr>
          <p:cNvSpPr>
            <a:spLocks xmlns:a="http://schemas.openxmlformats.org/drawingml/2006/main" noGrp="1"/>
          </p:cNvSpPr>
          <p:nvPr/>
        </p:nvSpPr>
        <p:spPr>
          <a:xfrm xmlns:a="http://schemas.openxmlformats.org/drawingml/2006/main">
            <a:off x="16773525" y="34756725"/>
            <a:ext cx="6222600" cy="933450"/>
          </a:xfrm>
          <a:prstGeom xmlns:a="http://schemas.openxmlformats.org/drawingml/2006/main" prst="rect">
            <a:avLst/>
          </a:prstGeom>
          <a:solidFill xmlns:a="http://schemas.openxmlformats.org/drawingml/2006/main">
            <a:srgbClr val="EAF5F8"/>
          </a:solidFill>
          <a:ln xmlns:a="http://schemas.openxmlformats.org/drawingml/2006/main" w="9525">
            <a:solidFill>
              <a:srgbClr val="BDD6DE"/>
            </a:solidFill>
            <a:prstDash val="solid"/>
          </a:ln>
        </p:spPr>
      </p:sp>
      <p:sp>
        <p:nvSpPr>
          <p:cNvPr id="223" name="">
            <a:extLst xmlns:a="http://schemas.openxmlformats.org/drawingml/2006/main">
              <a:ext uri="{FF2B5EF4-FFF2-40B4-BE49-F238E27FC236}">
                <a16:creationId xmlns:a16="http://schemas.microsoft.com/office/drawing/2014/main" id="{57DB922E-3AA0-4FF6-85BC-B9CBB27549EE}"/>
              </a:ext>
            </a:extLst>
          </p:cNvPr>
          <p:cNvSpPr>
            <a:spLocks xmlns:a="http://schemas.openxmlformats.org/drawingml/2006/main" noGrp="1"/>
          </p:cNvSpPr>
          <p:nvPr/>
        </p:nvSpPr>
        <p:spPr>
          <a:xfrm xmlns:a="http://schemas.openxmlformats.org/drawingml/2006/main">
            <a:off x="16887825" y="34804350"/>
            <a:ext cx="599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0A2C46"/>
                </a:solidFill>
                <a:latin typeface="Arial"/>
                <a:ea typeface="Arial"/>
                <a:cs typeface="Arial"/>
              </a:defRPr>
            </a:defPPr>
            <a:lvl1pPr>
              <a:defRPr sz="1275" b="1">
                <a:solidFill>
                  <a:srgbClr val="0A2C46"/>
                </a:solidFill>
                <a:latin typeface="Arial"/>
                <a:ea typeface="Arial"/>
                <a:cs typeface="Arial"/>
              </a:defRPr>
            </a:lvl1pPr>
            <a:lvl2pPr>
              <a:defRPr sz="1275" b="1">
                <a:solidFill>
                  <a:srgbClr val="0A2C46"/>
                </a:solidFill>
                <a:latin typeface="Arial"/>
                <a:ea typeface="Arial"/>
                <a:cs typeface="Arial"/>
              </a:defRPr>
            </a:lvl2pPr>
            <a:lvl3pPr>
              <a:defRPr sz="1275" b="1">
                <a:solidFill>
                  <a:srgbClr val="0A2C46"/>
                </a:solidFill>
                <a:latin typeface="Arial"/>
                <a:ea typeface="Arial"/>
                <a:cs typeface="Arial"/>
              </a:defRPr>
            </a:lvl3pPr>
            <a:lvl4pPr>
              <a:defRPr sz="1275" b="1">
                <a:solidFill>
                  <a:srgbClr val="0A2C46"/>
                </a:solidFill>
                <a:latin typeface="Arial"/>
                <a:ea typeface="Arial"/>
                <a:cs typeface="Arial"/>
              </a:defRPr>
            </a:lvl4pPr>
            <a:lvl5pPr>
              <a:defRPr sz="1275" b="1">
                <a:solidFill>
                  <a:srgbClr val="0A2C46"/>
                </a:solidFill>
                <a:latin typeface="Arial"/>
                <a:ea typeface="Arial"/>
                <a:cs typeface="Arial"/>
              </a:defRPr>
            </a:lvl5pPr>
            <a:lvl6pPr>
              <a:defRPr sz="1275" b="1">
                <a:solidFill>
                  <a:srgbClr val="0A2C46"/>
                </a:solidFill>
                <a:latin typeface="Arial"/>
                <a:ea typeface="Arial"/>
                <a:cs typeface="Arial"/>
              </a:defRPr>
            </a:lvl6pPr>
            <a:lvl7pPr>
              <a:defRPr sz="1275" b="1">
                <a:solidFill>
                  <a:srgbClr val="0A2C46"/>
                </a:solidFill>
                <a:latin typeface="Arial"/>
                <a:ea typeface="Arial"/>
                <a:cs typeface="Arial"/>
              </a:defRPr>
            </a:lvl7pPr>
            <a:lvl8pPr>
              <a:defRPr sz="1275" b="1">
                <a:solidFill>
                  <a:srgbClr val="0A2C46"/>
                </a:solidFill>
                <a:latin typeface="Arial"/>
                <a:ea typeface="Arial"/>
                <a:cs typeface="Arial"/>
              </a:defRPr>
            </a:lvl8pPr>
            <a:lvl9pPr>
              <a:defRPr sz="1275" b="1">
                <a:solidFill>
                  <a:srgbClr val="0A2C46"/>
                </a:solidFill>
                <a:latin typeface="Arial"/>
                <a:ea typeface="Arial"/>
                <a:cs typeface="Arial"/>
              </a:defRPr>
            </a:lvl9pPr>
          </a:lstStyle>
          <a:p xmlns:a="http://schemas.openxmlformats.org/drawingml/2006/main">
            <a:pPr>
              <a:defRPr sz="1275" b="1">
                <a:solidFill>
                  <a:srgbClr val="0A2C46"/>
                </a:solidFill>
                <a:latin typeface="Arial"/>
                <a:ea typeface="Arial"/>
                <a:cs typeface="Arial"/>
              </a:defRPr>
            </a:pPr>
            <a:r>
              <a:rPr sz="1275" b="1">
                <a:solidFill>
                  <a:srgbClr val="0A2C46"/>
                </a:solidFill>
                <a:latin typeface="Arial"/>
                <a:ea typeface="Arial"/>
                <a:cs typeface="Arial"/>
              </a:rPr>
              <a:t>5 · External validation</a:t>
            </a:r>
          </a:p>
        </p:txBody>
      </p:sp>
      <p:sp>
        <p:nvSpPr>
          <p:cNvPr id="224" name="">
            <a:extLst xmlns:a="http://schemas.openxmlformats.org/drawingml/2006/main">
              <a:ext uri="{FF2B5EF4-FFF2-40B4-BE49-F238E27FC236}">
                <a16:creationId xmlns:a16="http://schemas.microsoft.com/office/drawing/2014/main" id="{545C543F-A955-4A4D-A5AB-C751E52E561D}"/>
              </a:ext>
            </a:extLst>
          </p:cNvPr>
          <p:cNvSpPr>
            <a:spLocks xmlns:a="http://schemas.openxmlformats.org/drawingml/2006/main" noGrp="1"/>
          </p:cNvSpPr>
          <p:nvPr/>
        </p:nvSpPr>
        <p:spPr>
          <a:xfrm xmlns:a="http://schemas.openxmlformats.org/drawingml/2006/main">
            <a:off x="16887825" y="35090100"/>
            <a:ext cx="599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050" b="0">
                <a:solidFill>
                  <a:srgbClr val="122B3D"/>
                </a:solidFill>
                <a:latin typeface="Arial"/>
                <a:ea typeface="Arial"/>
                <a:cs typeface="Arial"/>
              </a:defRPr>
            </a:defPPr>
            <a:lvl1pPr>
              <a:defRPr sz="1050" b="0">
                <a:solidFill>
                  <a:srgbClr val="122B3D"/>
                </a:solidFill>
                <a:latin typeface="Arial"/>
                <a:ea typeface="Arial"/>
                <a:cs typeface="Arial"/>
              </a:defRPr>
            </a:lvl1pPr>
            <a:lvl2pPr>
              <a:defRPr sz="1050" b="0">
                <a:solidFill>
                  <a:srgbClr val="122B3D"/>
                </a:solidFill>
                <a:latin typeface="Arial"/>
                <a:ea typeface="Arial"/>
                <a:cs typeface="Arial"/>
              </a:defRPr>
            </a:lvl2pPr>
            <a:lvl3pPr>
              <a:defRPr sz="1050" b="0">
                <a:solidFill>
                  <a:srgbClr val="122B3D"/>
                </a:solidFill>
                <a:latin typeface="Arial"/>
                <a:ea typeface="Arial"/>
                <a:cs typeface="Arial"/>
              </a:defRPr>
            </a:lvl3pPr>
            <a:lvl4pPr>
              <a:defRPr sz="1050" b="0">
                <a:solidFill>
                  <a:srgbClr val="122B3D"/>
                </a:solidFill>
                <a:latin typeface="Arial"/>
                <a:ea typeface="Arial"/>
                <a:cs typeface="Arial"/>
              </a:defRPr>
            </a:lvl4pPr>
            <a:lvl5pPr>
              <a:defRPr sz="1050" b="0">
                <a:solidFill>
                  <a:srgbClr val="122B3D"/>
                </a:solidFill>
                <a:latin typeface="Arial"/>
                <a:ea typeface="Arial"/>
                <a:cs typeface="Arial"/>
              </a:defRPr>
            </a:lvl5pPr>
            <a:lvl6pPr>
              <a:defRPr sz="1050" b="0">
                <a:solidFill>
                  <a:srgbClr val="122B3D"/>
                </a:solidFill>
                <a:latin typeface="Arial"/>
                <a:ea typeface="Arial"/>
                <a:cs typeface="Arial"/>
              </a:defRPr>
            </a:lvl6pPr>
            <a:lvl7pPr>
              <a:defRPr sz="1050" b="0">
                <a:solidFill>
                  <a:srgbClr val="122B3D"/>
                </a:solidFill>
                <a:latin typeface="Arial"/>
                <a:ea typeface="Arial"/>
                <a:cs typeface="Arial"/>
              </a:defRPr>
            </a:lvl7pPr>
            <a:lvl8pPr>
              <a:defRPr sz="1050" b="0">
                <a:solidFill>
                  <a:srgbClr val="122B3D"/>
                </a:solidFill>
                <a:latin typeface="Arial"/>
                <a:ea typeface="Arial"/>
                <a:cs typeface="Arial"/>
              </a:defRPr>
            </a:lvl8pPr>
            <a:lvl9pPr>
              <a:defRPr sz="1050" b="0">
                <a:solidFill>
                  <a:srgbClr val="122B3D"/>
                </a:solidFill>
                <a:latin typeface="Arial"/>
                <a:ea typeface="Arial"/>
                <a:cs typeface="Arial"/>
              </a:defRPr>
            </a:lvl9pPr>
          </a:lstStyle>
          <a:p xmlns:a="http://schemas.openxmlformats.org/drawingml/2006/main">
            <a:pPr>
              <a:defRPr sz="1050" b="0">
                <a:solidFill>
                  <a:srgbClr val="122B3D"/>
                </a:solidFill>
                <a:latin typeface="Arial"/>
                <a:ea typeface="Arial"/>
                <a:cs typeface="Arial"/>
              </a:defRPr>
            </a:pPr>
            <a:r>
              <a:rPr sz="1050" b="0">
                <a:solidFill>
                  <a:srgbClr val="122B3D"/>
                </a:solidFill>
                <a:latin typeface="Arial"/>
                <a:ea typeface="Arial"/>
                <a:cs typeface="Arial"/>
              </a:rPr>
              <a:t>Test on a later sector or independently curated candidate set.</a:t>
            </a:r>
          </a:p>
        </p:txBody>
      </p:sp>
      <p:sp>
        <p:nvSpPr>
          <p:cNvPr id="225" name="">
            <a:extLst xmlns:a="http://schemas.openxmlformats.org/drawingml/2006/main">
              <a:ext uri="{FF2B5EF4-FFF2-40B4-BE49-F238E27FC236}">
                <a16:creationId xmlns:a16="http://schemas.microsoft.com/office/drawing/2014/main" id="{4A31587B-B1A4-4C7A-B3D0-BC0B2C983A9F}"/>
              </a:ext>
            </a:extLst>
          </p:cNvPr>
          <p:cNvSpPr>
            <a:spLocks xmlns:a="http://schemas.openxmlformats.org/drawingml/2006/main" noGrp="1"/>
          </p:cNvSpPr>
          <p:nvPr/>
        </p:nvSpPr>
        <p:spPr>
          <a:xfrm xmlns:a="http://schemas.openxmlformats.org/drawingml/2006/main">
            <a:off x="23253300" y="34756725"/>
            <a:ext cx="6222600" cy="933450"/>
          </a:xfrm>
          <a:prstGeom xmlns:a="http://schemas.openxmlformats.org/drawingml/2006/main" prst="rect">
            <a:avLst/>
          </a:prstGeom>
          <a:solidFill xmlns:a="http://schemas.openxmlformats.org/drawingml/2006/main">
            <a:srgbClr val="EAF5F8"/>
          </a:solidFill>
          <a:ln xmlns:a="http://schemas.openxmlformats.org/drawingml/2006/main" w="9525">
            <a:solidFill>
              <a:srgbClr val="BDD6DE"/>
            </a:solidFill>
            <a:prstDash val="solid"/>
          </a:ln>
        </p:spPr>
      </p:sp>
      <p:sp>
        <p:nvSpPr>
          <p:cNvPr id="226" name="">
            <a:extLst xmlns:a="http://schemas.openxmlformats.org/drawingml/2006/main">
              <a:ext uri="{FF2B5EF4-FFF2-40B4-BE49-F238E27FC236}">
                <a16:creationId xmlns:a16="http://schemas.microsoft.com/office/drawing/2014/main" id="{C1521125-E7EB-4E5C-AC51-EDA794DE3CD8}"/>
              </a:ext>
            </a:extLst>
          </p:cNvPr>
          <p:cNvSpPr>
            <a:spLocks xmlns:a="http://schemas.openxmlformats.org/drawingml/2006/main" noGrp="1"/>
          </p:cNvSpPr>
          <p:nvPr/>
        </p:nvSpPr>
        <p:spPr>
          <a:xfrm xmlns:a="http://schemas.openxmlformats.org/drawingml/2006/main">
            <a:off x="23367600" y="34804350"/>
            <a:ext cx="599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0A2C46"/>
                </a:solidFill>
                <a:latin typeface="Arial"/>
                <a:ea typeface="Arial"/>
                <a:cs typeface="Arial"/>
              </a:defRPr>
            </a:defPPr>
            <a:lvl1pPr>
              <a:defRPr sz="1275" b="1">
                <a:solidFill>
                  <a:srgbClr val="0A2C46"/>
                </a:solidFill>
                <a:latin typeface="Arial"/>
                <a:ea typeface="Arial"/>
                <a:cs typeface="Arial"/>
              </a:defRPr>
            </a:lvl1pPr>
            <a:lvl2pPr>
              <a:defRPr sz="1275" b="1">
                <a:solidFill>
                  <a:srgbClr val="0A2C46"/>
                </a:solidFill>
                <a:latin typeface="Arial"/>
                <a:ea typeface="Arial"/>
                <a:cs typeface="Arial"/>
              </a:defRPr>
            </a:lvl2pPr>
            <a:lvl3pPr>
              <a:defRPr sz="1275" b="1">
                <a:solidFill>
                  <a:srgbClr val="0A2C46"/>
                </a:solidFill>
                <a:latin typeface="Arial"/>
                <a:ea typeface="Arial"/>
                <a:cs typeface="Arial"/>
              </a:defRPr>
            </a:lvl3pPr>
            <a:lvl4pPr>
              <a:defRPr sz="1275" b="1">
                <a:solidFill>
                  <a:srgbClr val="0A2C46"/>
                </a:solidFill>
                <a:latin typeface="Arial"/>
                <a:ea typeface="Arial"/>
                <a:cs typeface="Arial"/>
              </a:defRPr>
            </a:lvl4pPr>
            <a:lvl5pPr>
              <a:defRPr sz="1275" b="1">
                <a:solidFill>
                  <a:srgbClr val="0A2C46"/>
                </a:solidFill>
                <a:latin typeface="Arial"/>
                <a:ea typeface="Arial"/>
                <a:cs typeface="Arial"/>
              </a:defRPr>
            </a:lvl5pPr>
            <a:lvl6pPr>
              <a:defRPr sz="1275" b="1">
                <a:solidFill>
                  <a:srgbClr val="0A2C46"/>
                </a:solidFill>
                <a:latin typeface="Arial"/>
                <a:ea typeface="Arial"/>
                <a:cs typeface="Arial"/>
              </a:defRPr>
            </a:lvl6pPr>
            <a:lvl7pPr>
              <a:defRPr sz="1275" b="1">
                <a:solidFill>
                  <a:srgbClr val="0A2C46"/>
                </a:solidFill>
                <a:latin typeface="Arial"/>
                <a:ea typeface="Arial"/>
                <a:cs typeface="Arial"/>
              </a:defRPr>
            </a:lvl7pPr>
            <a:lvl8pPr>
              <a:defRPr sz="1275" b="1">
                <a:solidFill>
                  <a:srgbClr val="0A2C46"/>
                </a:solidFill>
                <a:latin typeface="Arial"/>
                <a:ea typeface="Arial"/>
                <a:cs typeface="Arial"/>
              </a:defRPr>
            </a:lvl8pPr>
            <a:lvl9pPr>
              <a:defRPr sz="1275" b="1">
                <a:solidFill>
                  <a:srgbClr val="0A2C46"/>
                </a:solidFill>
                <a:latin typeface="Arial"/>
                <a:ea typeface="Arial"/>
                <a:cs typeface="Arial"/>
              </a:defRPr>
            </a:lvl9pPr>
          </a:lstStyle>
          <a:p xmlns:a="http://schemas.openxmlformats.org/drawingml/2006/main">
            <a:pPr>
              <a:defRPr sz="1275" b="1">
                <a:solidFill>
                  <a:srgbClr val="0A2C46"/>
                </a:solidFill>
                <a:latin typeface="Arial"/>
                <a:ea typeface="Arial"/>
                <a:cs typeface="Arial"/>
              </a:defRPr>
            </a:pPr>
            <a:r>
              <a:rPr sz="1275" b="1">
                <a:solidFill>
                  <a:srgbClr val="0A2C46"/>
                </a:solidFill>
                <a:latin typeface="Arial"/>
                <a:ea typeface="Arial"/>
                <a:cs typeface="Arial"/>
              </a:rPr>
              <a:t>6 · Explanation study</a:t>
            </a:r>
          </a:p>
        </p:txBody>
      </p:sp>
      <p:sp>
        <p:nvSpPr>
          <p:cNvPr id="227" name="">
            <a:extLst xmlns:a="http://schemas.openxmlformats.org/drawingml/2006/main">
              <a:ext uri="{FF2B5EF4-FFF2-40B4-BE49-F238E27FC236}">
                <a16:creationId xmlns:a16="http://schemas.microsoft.com/office/drawing/2014/main" id="{18D41583-43E2-4734-847F-EC88468645C8}"/>
              </a:ext>
            </a:extLst>
          </p:cNvPr>
          <p:cNvSpPr>
            <a:spLocks xmlns:a="http://schemas.openxmlformats.org/drawingml/2006/main" noGrp="1"/>
          </p:cNvSpPr>
          <p:nvPr/>
        </p:nvSpPr>
        <p:spPr>
          <a:xfrm xmlns:a="http://schemas.openxmlformats.org/drawingml/2006/main">
            <a:off x="23367600" y="35090100"/>
            <a:ext cx="599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050" b="0">
                <a:solidFill>
                  <a:srgbClr val="122B3D"/>
                </a:solidFill>
                <a:latin typeface="Arial"/>
                <a:ea typeface="Arial"/>
                <a:cs typeface="Arial"/>
              </a:defRPr>
            </a:defPPr>
            <a:lvl1pPr>
              <a:defRPr sz="1050" b="0">
                <a:solidFill>
                  <a:srgbClr val="122B3D"/>
                </a:solidFill>
                <a:latin typeface="Arial"/>
                <a:ea typeface="Arial"/>
                <a:cs typeface="Arial"/>
              </a:defRPr>
            </a:lvl1pPr>
            <a:lvl2pPr>
              <a:defRPr sz="1050" b="0">
                <a:solidFill>
                  <a:srgbClr val="122B3D"/>
                </a:solidFill>
                <a:latin typeface="Arial"/>
                <a:ea typeface="Arial"/>
                <a:cs typeface="Arial"/>
              </a:defRPr>
            </a:lvl2pPr>
            <a:lvl3pPr>
              <a:defRPr sz="1050" b="0">
                <a:solidFill>
                  <a:srgbClr val="122B3D"/>
                </a:solidFill>
                <a:latin typeface="Arial"/>
                <a:ea typeface="Arial"/>
                <a:cs typeface="Arial"/>
              </a:defRPr>
            </a:lvl3pPr>
            <a:lvl4pPr>
              <a:defRPr sz="1050" b="0">
                <a:solidFill>
                  <a:srgbClr val="122B3D"/>
                </a:solidFill>
                <a:latin typeface="Arial"/>
                <a:ea typeface="Arial"/>
                <a:cs typeface="Arial"/>
              </a:defRPr>
            </a:lvl4pPr>
            <a:lvl5pPr>
              <a:defRPr sz="1050" b="0">
                <a:solidFill>
                  <a:srgbClr val="122B3D"/>
                </a:solidFill>
                <a:latin typeface="Arial"/>
                <a:ea typeface="Arial"/>
                <a:cs typeface="Arial"/>
              </a:defRPr>
            </a:lvl5pPr>
            <a:lvl6pPr>
              <a:defRPr sz="1050" b="0">
                <a:solidFill>
                  <a:srgbClr val="122B3D"/>
                </a:solidFill>
                <a:latin typeface="Arial"/>
                <a:ea typeface="Arial"/>
                <a:cs typeface="Arial"/>
              </a:defRPr>
            </a:lvl6pPr>
            <a:lvl7pPr>
              <a:defRPr sz="1050" b="0">
                <a:solidFill>
                  <a:srgbClr val="122B3D"/>
                </a:solidFill>
                <a:latin typeface="Arial"/>
                <a:ea typeface="Arial"/>
                <a:cs typeface="Arial"/>
              </a:defRPr>
            </a:lvl7pPr>
            <a:lvl8pPr>
              <a:defRPr sz="1050" b="0">
                <a:solidFill>
                  <a:srgbClr val="122B3D"/>
                </a:solidFill>
                <a:latin typeface="Arial"/>
                <a:ea typeface="Arial"/>
                <a:cs typeface="Arial"/>
              </a:defRPr>
            </a:lvl8pPr>
            <a:lvl9pPr>
              <a:defRPr sz="1050" b="0">
                <a:solidFill>
                  <a:srgbClr val="122B3D"/>
                </a:solidFill>
                <a:latin typeface="Arial"/>
                <a:ea typeface="Arial"/>
                <a:cs typeface="Arial"/>
              </a:defRPr>
            </a:lvl9pPr>
          </a:lstStyle>
          <a:p xmlns:a="http://schemas.openxmlformats.org/drawingml/2006/main">
            <a:pPr>
              <a:defRPr sz="1050" b="0">
                <a:solidFill>
                  <a:srgbClr val="122B3D"/>
                </a:solidFill>
                <a:latin typeface="Arial"/>
                <a:ea typeface="Arial"/>
                <a:cs typeface="Arial"/>
              </a:defRPr>
            </a:pPr>
            <a:r>
              <a:rPr sz="1050" b="0">
                <a:solidFill>
                  <a:srgbClr val="122B3D"/>
                </a:solidFill>
                <a:latin typeface="Arial"/>
                <a:ea typeface="Arial"/>
                <a:cs typeface="Arial"/>
              </a:rPr>
              <a:t>Measure whether students identify evidence, uncertainty and follow-up needs.</a:t>
            </a:r>
          </a:p>
        </p:txBody>
      </p:sp>
      <p:sp>
        <p:nvSpPr>
          <p:cNvPr id="228" name="">
            <a:extLst xmlns:a="http://schemas.openxmlformats.org/drawingml/2006/main">
              <a:ext uri="{FF2B5EF4-FFF2-40B4-BE49-F238E27FC236}">
                <a16:creationId xmlns:a16="http://schemas.microsoft.com/office/drawing/2014/main" id="{A6670C03-E3C7-43C0-8F90-A66C968D71C0}"/>
              </a:ext>
            </a:extLst>
          </p:cNvPr>
          <p:cNvSpPr>
            <a:spLocks xmlns:a="http://schemas.openxmlformats.org/drawingml/2006/main" noGrp="1"/>
          </p:cNvSpPr>
          <p:nvPr/>
        </p:nvSpPr>
        <p:spPr>
          <a:xfrm xmlns:a="http://schemas.openxmlformats.org/drawingml/2006/main">
            <a:off x="16773525" y="35918775"/>
            <a:ext cx="12616650" cy="857250"/>
          </a:xfrm>
          <a:prstGeom xmlns:a="http://schemas.openxmlformats.org/drawingml/2006/main" prst="rect">
            <a:avLst/>
          </a:prstGeom>
          <a:solidFill xmlns:a="http://schemas.openxmlformats.org/drawingml/2006/main">
            <a:srgbClr val="0A2C46"/>
          </a:solidFill>
          <a:ln xmlns:a="http://schemas.openxmlformats.org/drawingml/2006/main" w="0">
            <a:solidFill>
              <a:srgbClr val="0A2C46"/>
            </a:solidFill>
            <a:prstDash val="solid"/>
          </a:ln>
        </p:spPr>
      </p:sp>
      <p:sp>
        <p:nvSpPr>
          <p:cNvPr id="229" name="">
            <a:extLst xmlns:a="http://schemas.openxmlformats.org/drawingml/2006/main">
              <a:ext uri="{FF2B5EF4-FFF2-40B4-BE49-F238E27FC236}">
                <a16:creationId xmlns:a16="http://schemas.microsoft.com/office/drawing/2014/main" id="{1C198EC3-25B6-4068-91E0-F54B7DEF55C1}"/>
              </a:ext>
            </a:extLst>
          </p:cNvPr>
          <p:cNvSpPr>
            <a:spLocks xmlns:a="http://schemas.openxmlformats.org/drawingml/2006/main" noGrp="1"/>
          </p:cNvSpPr>
          <p:nvPr/>
        </p:nvSpPr>
        <p:spPr>
          <a:xfrm xmlns:a="http://schemas.openxmlformats.org/drawingml/2006/main">
            <a:off x="16925925" y="35994975"/>
            <a:ext cx="2095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defPPr>
              <a:defRPr sz="1350" b="1">
                <a:solidFill>
                  <a:srgbClr val="16BFD0"/>
                </a:solidFill>
                <a:latin typeface="Arial"/>
                <a:ea typeface="Arial"/>
                <a:cs typeface="Arial"/>
              </a:defRPr>
            </a:defPPr>
            <a:lvl1pPr>
              <a:defRPr sz="1350" b="1">
                <a:solidFill>
                  <a:srgbClr val="16BFD0"/>
                </a:solidFill>
                <a:latin typeface="Arial"/>
                <a:ea typeface="Arial"/>
                <a:cs typeface="Arial"/>
              </a:defRPr>
            </a:lvl1pPr>
            <a:lvl2pPr>
              <a:defRPr sz="1350" b="1">
                <a:solidFill>
                  <a:srgbClr val="16BFD0"/>
                </a:solidFill>
                <a:latin typeface="Arial"/>
                <a:ea typeface="Arial"/>
                <a:cs typeface="Arial"/>
              </a:defRPr>
            </a:lvl2pPr>
            <a:lvl3pPr>
              <a:defRPr sz="1350" b="1">
                <a:solidFill>
                  <a:srgbClr val="16BFD0"/>
                </a:solidFill>
                <a:latin typeface="Arial"/>
                <a:ea typeface="Arial"/>
                <a:cs typeface="Arial"/>
              </a:defRPr>
            </a:lvl3pPr>
            <a:lvl4pPr>
              <a:defRPr sz="1350" b="1">
                <a:solidFill>
                  <a:srgbClr val="16BFD0"/>
                </a:solidFill>
                <a:latin typeface="Arial"/>
                <a:ea typeface="Arial"/>
                <a:cs typeface="Arial"/>
              </a:defRPr>
            </a:lvl4pPr>
            <a:lvl5pPr>
              <a:defRPr sz="1350" b="1">
                <a:solidFill>
                  <a:srgbClr val="16BFD0"/>
                </a:solidFill>
                <a:latin typeface="Arial"/>
                <a:ea typeface="Arial"/>
                <a:cs typeface="Arial"/>
              </a:defRPr>
            </a:lvl5pPr>
            <a:lvl6pPr>
              <a:defRPr sz="1350" b="1">
                <a:solidFill>
                  <a:srgbClr val="16BFD0"/>
                </a:solidFill>
                <a:latin typeface="Arial"/>
                <a:ea typeface="Arial"/>
                <a:cs typeface="Arial"/>
              </a:defRPr>
            </a:lvl6pPr>
            <a:lvl7pPr>
              <a:defRPr sz="1350" b="1">
                <a:solidFill>
                  <a:srgbClr val="16BFD0"/>
                </a:solidFill>
                <a:latin typeface="Arial"/>
                <a:ea typeface="Arial"/>
                <a:cs typeface="Arial"/>
              </a:defRPr>
            </a:lvl7pPr>
            <a:lvl8pPr>
              <a:defRPr sz="1350" b="1">
                <a:solidFill>
                  <a:srgbClr val="16BFD0"/>
                </a:solidFill>
                <a:latin typeface="Arial"/>
                <a:ea typeface="Arial"/>
                <a:cs typeface="Arial"/>
              </a:defRPr>
            </a:lvl8pPr>
            <a:lvl9pPr>
              <a:defRPr sz="1350" b="1">
                <a:solidFill>
                  <a:srgbClr val="16BFD0"/>
                </a:solidFill>
                <a:latin typeface="Arial"/>
                <a:ea typeface="Arial"/>
                <a:cs typeface="Arial"/>
              </a:defRPr>
            </a:lvl9pPr>
          </a:lstStyle>
          <a:p xmlns:a="http://schemas.openxmlformats.org/drawingml/2006/main">
            <a:pPr>
              <a:defRPr sz="1350" b="1">
                <a:solidFill>
                  <a:srgbClr val="16BFD0"/>
                </a:solidFill>
                <a:latin typeface="Arial"/>
                <a:ea typeface="Arial"/>
                <a:cs typeface="Arial"/>
              </a:defRPr>
            </a:pPr>
            <a:r>
              <a:rPr sz="1350" b="1">
                <a:solidFill>
                  <a:srgbClr val="16BFD0"/>
                </a:solidFill>
                <a:latin typeface="Arial"/>
                <a:ea typeface="Arial"/>
                <a:cs typeface="Arial"/>
              </a:rPr>
              <a:t>Required reporting</a:t>
            </a:r>
          </a:p>
        </p:txBody>
      </p:sp>
      <p:sp>
        <p:nvSpPr>
          <p:cNvPr id="230" name="">
            <a:extLst xmlns:a="http://schemas.openxmlformats.org/drawingml/2006/main">
              <a:ext uri="{FF2B5EF4-FFF2-40B4-BE49-F238E27FC236}">
                <a16:creationId xmlns:a16="http://schemas.microsoft.com/office/drawing/2014/main" id="{79E9D2BA-9848-4AD6-9417-721D234F00D4}"/>
              </a:ext>
            </a:extLst>
          </p:cNvPr>
          <p:cNvSpPr>
            <a:spLocks xmlns:a="http://schemas.openxmlformats.org/drawingml/2006/main" noGrp="1"/>
          </p:cNvSpPr>
          <p:nvPr/>
        </p:nvSpPr>
        <p:spPr>
          <a:xfrm xmlns:a="http://schemas.openxmlformats.org/drawingml/2006/main">
            <a:off x="16925925" y="36280725"/>
            <a:ext cx="12311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125" b="0">
                <a:solidFill>
                  <a:srgbClr val="FFFFFF"/>
                </a:solidFill>
                <a:latin typeface="Arial"/>
                <a:ea typeface="Arial"/>
                <a:cs typeface="Arial"/>
              </a:defRPr>
            </a:defPPr>
            <a:lvl1pPr>
              <a:defRPr sz="1125" b="0">
                <a:solidFill>
                  <a:srgbClr val="FFFFFF"/>
                </a:solidFill>
                <a:latin typeface="Arial"/>
                <a:ea typeface="Arial"/>
                <a:cs typeface="Arial"/>
              </a:defRPr>
            </a:lvl1pPr>
            <a:lvl2pPr>
              <a:defRPr sz="1125" b="0">
                <a:solidFill>
                  <a:srgbClr val="FFFFFF"/>
                </a:solidFill>
                <a:latin typeface="Arial"/>
                <a:ea typeface="Arial"/>
                <a:cs typeface="Arial"/>
              </a:defRPr>
            </a:lvl2pPr>
            <a:lvl3pPr>
              <a:defRPr sz="1125" b="0">
                <a:solidFill>
                  <a:srgbClr val="FFFFFF"/>
                </a:solidFill>
                <a:latin typeface="Arial"/>
                <a:ea typeface="Arial"/>
                <a:cs typeface="Arial"/>
              </a:defRPr>
            </a:lvl3pPr>
            <a:lvl4pPr>
              <a:defRPr sz="1125" b="0">
                <a:solidFill>
                  <a:srgbClr val="FFFFFF"/>
                </a:solidFill>
                <a:latin typeface="Arial"/>
                <a:ea typeface="Arial"/>
                <a:cs typeface="Arial"/>
              </a:defRPr>
            </a:lvl4pPr>
            <a:lvl5pPr>
              <a:defRPr sz="1125" b="0">
                <a:solidFill>
                  <a:srgbClr val="FFFFFF"/>
                </a:solidFill>
                <a:latin typeface="Arial"/>
                <a:ea typeface="Arial"/>
                <a:cs typeface="Arial"/>
              </a:defRPr>
            </a:lvl5pPr>
            <a:lvl6pPr>
              <a:defRPr sz="1125" b="0">
                <a:solidFill>
                  <a:srgbClr val="FFFFFF"/>
                </a:solidFill>
                <a:latin typeface="Arial"/>
                <a:ea typeface="Arial"/>
                <a:cs typeface="Arial"/>
              </a:defRPr>
            </a:lvl6pPr>
            <a:lvl7pPr>
              <a:defRPr sz="1125" b="0">
                <a:solidFill>
                  <a:srgbClr val="FFFFFF"/>
                </a:solidFill>
                <a:latin typeface="Arial"/>
                <a:ea typeface="Arial"/>
                <a:cs typeface="Arial"/>
              </a:defRPr>
            </a:lvl7pPr>
            <a:lvl8pPr>
              <a:defRPr sz="1125" b="0">
                <a:solidFill>
                  <a:srgbClr val="FFFFFF"/>
                </a:solidFill>
                <a:latin typeface="Arial"/>
                <a:ea typeface="Arial"/>
                <a:cs typeface="Arial"/>
              </a:defRPr>
            </a:lvl8pPr>
            <a:lvl9pPr>
              <a:defRPr sz="1125" b="0">
                <a:solidFill>
                  <a:srgbClr val="FFFFFF"/>
                </a:solidFill>
                <a:latin typeface="Arial"/>
                <a:ea typeface="Arial"/>
                <a:cs typeface="Arial"/>
              </a:defRPr>
            </a:lvl9pPr>
          </a:lstStyle>
          <a:p xmlns:a="http://schemas.openxmlformats.org/drawingml/2006/main">
            <a:pPr>
              <a:defRPr sz="1125" b="0">
                <a:solidFill>
                  <a:srgbClr val="FFFFFF"/>
                </a:solidFill>
                <a:latin typeface="Arial"/>
                <a:ea typeface="Arial"/>
                <a:cs typeface="Arial"/>
              </a:defRPr>
            </a:pPr>
            <a:r>
              <a:rPr sz="1125" b="0">
                <a:solidFill>
                  <a:srgbClr val="FFFFFF"/>
                </a:solidFill>
                <a:latin typeface="Arial"/>
                <a:ea typeface="Arial"/>
                <a:cs typeface="Arial"/>
              </a:rPr>
              <a:t>ROC-AUC and PR-AUC · precision, recall and F1 · confusion matrix · calibration and Brier score · latency · failure examples</a:t>
            </a:r>
          </a:p>
        </p:txBody>
      </p:sp>
      <p:sp>
        <p:nvSpPr>
          <p:cNvPr id="231" name="">
            <a:extLst xmlns:a="http://schemas.openxmlformats.org/drawingml/2006/main">
              <a:ext uri="{FF2B5EF4-FFF2-40B4-BE49-F238E27FC236}">
                <a16:creationId xmlns:a16="http://schemas.microsoft.com/office/drawing/2014/main" id="{3993A7AC-5D27-4AC9-AF06-2B56F181F311}"/>
              </a:ext>
            </a:extLst>
          </p:cNvPr>
          <p:cNvSpPr>
            <a:spLocks xmlns:a="http://schemas.openxmlformats.org/drawingml/2006/main" noGrp="1"/>
          </p:cNvSpPr>
          <p:nvPr/>
        </p:nvSpPr>
        <p:spPr>
          <a:xfrm xmlns:a="http://schemas.openxmlformats.org/drawingml/2006/main">
            <a:off x="16773525" y="36947475"/>
            <a:ext cx="12616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425" b="1">
                <a:solidFill>
                  <a:srgbClr val="009BB5"/>
                </a:solidFill>
                <a:latin typeface="Arial"/>
                <a:ea typeface="Arial"/>
                <a:cs typeface="Arial"/>
              </a:defRPr>
            </a:defPPr>
            <a:lvl1pPr>
              <a:defRPr sz="1425" b="1">
                <a:solidFill>
                  <a:srgbClr val="009BB5"/>
                </a:solidFill>
                <a:latin typeface="Arial"/>
                <a:ea typeface="Arial"/>
                <a:cs typeface="Arial"/>
              </a:defRPr>
            </a:lvl1pPr>
            <a:lvl2pPr>
              <a:defRPr sz="1425" b="1">
                <a:solidFill>
                  <a:srgbClr val="009BB5"/>
                </a:solidFill>
                <a:latin typeface="Arial"/>
                <a:ea typeface="Arial"/>
                <a:cs typeface="Arial"/>
              </a:defRPr>
            </a:lvl2pPr>
            <a:lvl3pPr>
              <a:defRPr sz="1425" b="1">
                <a:solidFill>
                  <a:srgbClr val="009BB5"/>
                </a:solidFill>
                <a:latin typeface="Arial"/>
                <a:ea typeface="Arial"/>
                <a:cs typeface="Arial"/>
              </a:defRPr>
            </a:lvl3pPr>
            <a:lvl4pPr>
              <a:defRPr sz="1425" b="1">
                <a:solidFill>
                  <a:srgbClr val="009BB5"/>
                </a:solidFill>
                <a:latin typeface="Arial"/>
                <a:ea typeface="Arial"/>
                <a:cs typeface="Arial"/>
              </a:defRPr>
            </a:lvl4pPr>
            <a:lvl5pPr>
              <a:defRPr sz="1425" b="1">
                <a:solidFill>
                  <a:srgbClr val="009BB5"/>
                </a:solidFill>
                <a:latin typeface="Arial"/>
                <a:ea typeface="Arial"/>
                <a:cs typeface="Arial"/>
              </a:defRPr>
            </a:lvl5pPr>
            <a:lvl6pPr>
              <a:defRPr sz="1425" b="1">
                <a:solidFill>
                  <a:srgbClr val="009BB5"/>
                </a:solidFill>
                <a:latin typeface="Arial"/>
                <a:ea typeface="Arial"/>
                <a:cs typeface="Arial"/>
              </a:defRPr>
            </a:lvl6pPr>
            <a:lvl7pPr>
              <a:defRPr sz="1425" b="1">
                <a:solidFill>
                  <a:srgbClr val="009BB5"/>
                </a:solidFill>
                <a:latin typeface="Arial"/>
                <a:ea typeface="Arial"/>
                <a:cs typeface="Arial"/>
              </a:defRPr>
            </a:lvl7pPr>
            <a:lvl8pPr>
              <a:defRPr sz="1425" b="1">
                <a:solidFill>
                  <a:srgbClr val="009BB5"/>
                </a:solidFill>
                <a:latin typeface="Arial"/>
                <a:ea typeface="Arial"/>
                <a:cs typeface="Arial"/>
              </a:defRPr>
            </a:lvl8pPr>
            <a:lvl9pPr>
              <a:defRPr sz="1425" b="1">
                <a:solidFill>
                  <a:srgbClr val="009BB5"/>
                </a:solidFill>
                <a:latin typeface="Arial"/>
                <a:ea typeface="Arial"/>
                <a:cs typeface="Arial"/>
              </a:defRPr>
            </a:lvl9pPr>
          </a:lstStyle>
          <a:p xmlns:a="http://schemas.openxmlformats.org/drawingml/2006/main">
            <a:pPr>
              <a:defRPr sz="1425" b="1">
                <a:solidFill>
                  <a:srgbClr val="009BB5"/>
                </a:solidFill>
                <a:latin typeface="Arial"/>
                <a:ea typeface="Arial"/>
                <a:cs typeface="Arial"/>
              </a:defRPr>
            </a:pPr>
            <a:r>
              <a:rPr sz="1425" b="1">
                <a:solidFill>
                  <a:srgbClr val="009BB5"/>
                </a:solidFill>
                <a:latin typeface="Arial"/>
                <a:ea typeface="Arial"/>
                <a:cs typeface="Arial"/>
              </a:rPr>
              <a:t>Failure modes to isolate</a:t>
            </a:r>
          </a:p>
        </p:txBody>
      </p:sp>
      <p:sp>
        <p:nvSpPr>
          <p:cNvPr id="232" name="">
            <a:extLst xmlns:a="http://schemas.openxmlformats.org/drawingml/2006/main">
              <a:ext uri="{FF2B5EF4-FFF2-40B4-BE49-F238E27FC236}">
                <a16:creationId xmlns:a16="http://schemas.microsoft.com/office/drawing/2014/main" id="{91B7BFA2-DF85-4609-ACA0-0F872815131E}"/>
              </a:ext>
            </a:extLst>
          </p:cNvPr>
          <p:cNvSpPr>
            <a:spLocks xmlns:a="http://schemas.openxmlformats.org/drawingml/2006/main" noGrp="1"/>
          </p:cNvSpPr>
          <p:nvPr/>
        </p:nvSpPr>
        <p:spPr>
          <a:xfrm xmlns:a="http://schemas.openxmlformats.org/drawingml/2006/main">
            <a:off x="16773525" y="37347525"/>
            <a:ext cx="4167450" cy="666750"/>
          </a:xfrm>
          <a:prstGeom xmlns:a="http://schemas.openxmlformats.org/drawingml/2006/main" prst="rect">
            <a:avLst/>
          </a:prstGeom>
          <a:solidFill xmlns:a="http://schemas.openxmlformats.org/drawingml/2006/main">
            <a:srgbClr val="EAF5F8"/>
          </a:solidFill>
          <a:ln xmlns:a="http://schemas.openxmlformats.org/drawingml/2006/main" w="9525">
            <a:solidFill>
              <a:srgbClr val="009BB5"/>
            </a:solidFill>
            <a:prstDash val="solid"/>
          </a:ln>
        </p:spPr>
      </p:sp>
      <p:sp>
        <p:nvSpPr>
          <p:cNvPr id="233" name="">
            <a:extLst xmlns:a="http://schemas.openxmlformats.org/drawingml/2006/main">
              <a:ext uri="{FF2B5EF4-FFF2-40B4-BE49-F238E27FC236}">
                <a16:creationId xmlns:a16="http://schemas.microsoft.com/office/drawing/2014/main" id="{CF7E7C25-F309-4B2D-BDCA-7AA77467F8E7}"/>
              </a:ext>
            </a:extLst>
          </p:cNvPr>
          <p:cNvSpPr>
            <a:spLocks xmlns:a="http://schemas.openxmlformats.org/drawingml/2006/main" noGrp="1"/>
          </p:cNvSpPr>
          <p:nvPr/>
        </p:nvSpPr>
        <p:spPr>
          <a:xfrm xmlns:a="http://schemas.openxmlformats.org/drawingml/2006/main">
            <a:off x="16849725" y="37395150"/>
            <a:ext cx="4015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050" b="1">
                <a:solidFill>
                  <a:srgbClr val="0A2C46"/>
                </a:solidFill>
                <a:latin typeface="Arial"/>
                <a:ea typeface="Arial"/>
                <a:cs typeface="Arial"/>
              </a:defRPr>
            </a:defPPr>
            <a:lvl1pPr>
              <a:defRPr sz="1050" b="1">
                <a:solidFill>
                  <a:srgbClr val="0A2C46"/>
                </a:solidFill>
                <a:latin typeface="Arial"/>
                <a:ea typeface="Arial"/>
                <a:cs typeface="Arial"/>
              </a:defRPr>
            </a:lvl1pPr>
            <a:lvl2pPr>
              <a:defRPr sz="1050" b="1">
                <a:solidFill>
                  <a:srgbClr val="0A2C46"/>
                </a:solidFill>
                <a:latin typeface="Arial"/>
                <a:ea typeface="Arial"/>
                <a:cs typeface="Arial"/>
              </a:defRPr>
            </a:lvl2pPr>
            <a:lvl3pPr>
              <a:defRPr sz="1050" b="1">
                <a:solidFill>
                  <a:srgbClr val="0A2C46"/>
                </a:solidFill>
                <a:latin typeface="Arial"/>
                <a:ea typeface="Arial"/>
                <a:cs typeface="Arial"/>
              </a:defRPr>
            </a:lvl3pPr>
            <a:lvl4pPr>
              <a:defRPr sz="1050" b="1">
                <a:solidFill>
                  <a:srgbClr val="0A2C46"/>
                </a:solidFill>
                <a:latin typeface="Arial"/>
                <a:ea typeface="Arial"/>
                <a:cs typeface="Arial"/>
              </a:defRPr>
            </a:lvl4pPr>
            <a:lvl5pPr>
              <a:defRPr sz="1050" b="1">
                <a:solidFill>
                  <a:srgbClr val="0A2C46"/>
                </a:solidFill>
                <a:latin typeface="Arial"/>
                <a:ea typeface="Arial"/>
                <a:cs typeface="Arial"/>
              </a:defRPr>
            </a:lvl5pPr>
            <a:lvl6pPr>
              <a:defRPr sz="1050" b="1">
                <a:solidFill>
                  <a:srgbClr val="0A2C46"/>
                </a:solidFill>
                <a:latin typeface="Arial"/>
                <a:ea typeface="Arial"/>
                <a:cs typeface="Arial"/>
              </a:defRPr>
            </a:lvl6pPr>
            <a:lvl7pPr>
              <a:defRPr sz="1050" b="1">
                <a:solidFill>
                  <a:srgbClr val="0A2C46"/>
                </a:solidFill>
                <a:latin typeface="Arial"/>
                <a:ea typeface="Arial"/>
                <a:cs typeface="Arial"/>
              </a:defRPr>
            </a:lvl7pPr>
            <a:lvl8pPr>
              <a:defRPr sz="1050" b="1">
                <a:solidFill>
                  <a:srgbClr val="0A2C46"/>
                </a:solidFill>
                <a:latin typeface="Arial"/>
                <a:ea typeface="Arial"/>
                <a:cs typeface="Arial"/>
              </a:defRPr>
            </a:lvl8pPr>
            <a:lvl9pPr>
              <a:defRPr sz="1050" b="1">
                <a:solidFill>
                  <a:srgbClr val="0A2C46"/>
                </a:solidFill>
                <a:latin typeface="Arial"/>
                <a:ea typeface="Arial"/>
                <a:cs typeface="Arial"/>
              </a:defRPr>
            </a:lvl9pPr>
          </a:lstStyle>
          <a:p xmlns:a="http://schemas.openxmlformats.org/drawingml/2006/main">
            <a:pPr>
              <a:defRPr sz="1050" b="1">
                <a:solidFill>
                  <a:srgbClr val="0A2C46"/>
                </a:solidFill>
                <a:latin typeface="Arial"/>
                <a:ea typeface="Arial"/>
                <a:cs typeface="Arial"/>
              </a:defRPr>
            </a:pPr>
            <a:r>
              <a:rPr sz="1050" b="1">
                <a:solidFill>
                  <a:srgbClr val="0A2C46"/>
                </a:solidFill>
                <a:latin typeface="Arial"/>
                <a:ea typeface="Arial"/>
                <a:cs typeface="Arial"/>
              </a:rPr>
              <a:t>Eclipsing binaries</a:t>
            </a:r>
          </a:p>
        </p:txBody>
      </p:sp>
      <p:sp>
        <p:nvSpPr>
          <p:cNvPr id="234" name="">
            <a:extLst xmlns:a="http://schemas.openxmlformats.org/drawingml/2006/main">
              <a:ext uri="{FF2B5EF4-FFF2-40B4-BE49-F238E27FC236}">
                <a16:creationId xmlns:a16="http://schemas.microsoft.com/office/drawing/2014/main" id="{339AD866-3B29-4D20-9832-AA171BD9A50C}"/>
              </a:ext>
            </a:extLst>
          </p:cNvPr>
          <p:cNvSpPr>
            <a:spLocks xmlns:a="http://schemas.openxmlformats.org/drawingml/2006/main" noGrp="1"/>
          </p:cNvSpPr>
          <p:nvPr/>
        </p:nvSpPr>
        <p:spPr>
          <a:xfrm xmlns:a="http://schemas.openxmlformats.org/drawingml/2006/main">
            <a:off x="20998125" y="37347525"/>
            <a:ext cx="4167450" cy="666750"/>
          </a:xfrm>
          <a:prstGeom xmlns:a="http://schemas.openxmlformats.org/drawingml/2006/main" prst="rect">
            <a:avLst/>
          </a:prstGeom>
          <a:solidFill xmlns:a="http://schemas.openxmlformats.org/drawingml/2006/main">
            <a:srgbClr val="EAF5F8"/>
          </a:solidFill>
          <a:ln xmlns:a="http://schemas.openxmlformats.org/drawingml/2006/main" w="9525">
            <a:solidFill>
              <a:srgbClr val="009BB5"/>
            </a:solidFill>
            <a:prstDash val="solid"/>
          </a:ln>
        </p:spPr>
      </p:sp>
      <p:sp>
        <p:nvSpPr>
          <p:cNvPr id="235" name="">
            <a:extLst xmlns:a="http://schemas.openxmlformats.org/drawingml/2006/main">
              <a:ext uri="{FF2B5EF4-FFF2-40B4-BE49-F238E27FC236}">
                <a16:creationId xmlns:a16="http://schemas.microsoft.com/office/drawing/2014/main" id="{BB7003E0-5D0B-4140-842B-0870FBC522A7}"/>
              </a:ext>
            </a:extLst>
          </p:cNvPr>
          <p:cNvSpPr>
            <a:spLocks xmlns:a="http://schemas.openxmlformats.org/drawingml/2006/main" noGrp="1"/>
          </p:cNvSpPr>
          <p:nvPr/>
        </p:nvSpPr>
        <p:spPr>
          <a:xfrm xmlns:a="http://schemas.openxmlformats.org/drawingml/2006/main">
            <a:off x="21074325" y="37395150"/>
            <a:ext cx="4015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050" b="1">
                <a:solidFill>
                  <a:srgbClr val="0A2C46"/>
                </a:solidFill>
                <a:latin typeface="Arial"/>
                <a:ea typeface="Arial"/>
                <a:cs typeface="Arial"/>
              </a:defRPr>
            </a:defPPr>
            <a:lvl1pPr>
              <a:defRPr sz="1050" b="1">
                <a:solidFill>
                  <a:srgbClr val="0A2C46"/>
                </a:solidFill>
                <a:latin typeface="Arial"/>
                <a:ea typeface="Arial"/>
                <a:cs typeface="Arial"/>
              </a:defRPr>
            </a:lvl1pPr>
            <a:lvl2pPr>
              <a:defRPr sz="1050" b="1">
                <a:solidFill>
                  <a:srgbClr val="0A2C46"/>
                </a:solidFill>
                <a:latin typeface="Arial"/>
                <a:ea typeface="Arial"/>
                <a:cs typeface="Arial"/>
              </a:defRPr>
            </a:lvl2pPr>
            <a:lvl3pPr>
              <a:defRPr sz="1050" b="1">
                <a:solidFill>
                  <a:srgbClr val="0A2C46"/>
                </a:solidFill>
                <a:latin typeface="Arial"/>
                <a:ea typeface="Arial"/>
                <a:cs typeface="Arial"/>
              </a:defRPr>
            </a:lvl3pPr>
            <a:lvl4pPr>
              <a:defRPr sz="1050" b="1">
                <a:solidFill>
                  <a:srgbClr val="0A2C46"/>
                </a:solidFill>
                <a:latin typeface="Arial"/>
                <a:ea typeface="Arial"/>
                <a:cs typeface="Arial"/>
              </a:defRPr>
            </a:lvl4pPr>
            <a:lvl5pPr>
              <a:defRPr sz="1050" b="1">
                <a:solidFill>
                  <a:srgbClr val="0A2C46"/>
                </a:solidFill>
                <a:latin typeface="Arial"/>
                <a:ea typeface="Arial"/>
                <a:cs typeface="Arial"/>
              </a:defRPr>
            </a:lvl5pPr>
            <a:lvl6pPr>
              <a:defRPr sz="1050" b="1">
                <a:solidFill>
                  <a:srgbClr val="0A2C46"/>
                </a:solidFill>
                <a:latin typeface="Arial"/>
                <a:ea typeface="Arial"/>
                <a:cs typeface="Arial"/>
              </a:defRPr>
            </a:lvl6pPr>
            <a:lvl7pPr>
              <a:defRPr sz="1050" b="1">
                <a:solidFill>
                  <a:srgbClr val="0A2C46"/>
                </a:solidFill>
                <a:latin typeface="Arial"/>
                <a:ea typeface="Arial"/>
                <a:cs typeface="Arial"/>
              </a:defRPr>
            </a:lvl7pPr>
            <a:lvl8pPr>
              <a:defRPr sz="1050" b="1">
                <a:solidFill>
                  <a:srgbClr val="0A2C46"/>
                </a:solidFill>
                <a:latin typeface="Arial"/>
                <a:ea typeface="Arial"/>
                <a:cs typeface="Arial"/>
              </a:defRPr>
            </a:lvl8pPr>
            <a:lvl9pPr>
              <a:defRPr sz="1050" b="1">
                <a:solidFill>
                  <a:srgbClr val="0A2C46"/>
                </a:solidFill>
                <a:latin typeface="Arial"/>
                <a:ea typeface="Arial"/>
                <a:cs typeface="Arial"/>
              </a:defRPr>
            </a:lvl9pPr>
          </a:lstStyle>
          <a:p xmlns:a="http://schemas.openxmlformats.org/drawingml/2006/main">
            <a:pPr>
              <a:defRPr sz="1050" b="1">
                <a:solidFill>
                  <a:srgbClr val="0A2C46"/>
                </a:solidFill>
                <a:latin typeface="Arial"/>
                <a:ea typeface="Arial"/>
                <a:cs typeface="Arial"/>
              </a:defRPr>
            </a:pPr>
            <a:r>
              <a:rPr sz="1050" b="1">
                <a:solidFill>
                  <a:srgbClr val="0A2C46"/>
                </a:solidFill>
                <a:latin typeface="Arial"/>
                <a:ea typeface="Arial"/>
                <a:cs typeface="Arial"/>
              </a:rPr>
              <a:t>Stellar variability</a:t>
            </a:r>
          </a:p>
        </p:txBody>
      </p:sp>
      <p:sp>
        <p:nvSpPr>
          <p:cNvPr id="236" name="">
            <a:extLst xmlns:a="http://schemas.openxmlformats.org/drawingml/2006/main">
              <a:ext uri="{FF2B5EF4-FFF2-40B4-BE49-F238E27FC236}">
                <a16:creationId xmlns:a16="http://schemas.microsoft.com/office/drawing/2014/main" id="{0946DBF5-6D82-4370-95FC-8501B73C759A}"/>
              </a:ext>
            </a:extLst>
          </p:cNvPr>
          <p:cNvSpPr>
            <a:spLocks xmlns:a="http://schemas.openxmlformats.org/drawingml/2006/main" noGrp="1"/>
          </p:cNvSpPr>
          <p:nvPr/>
        </p:nvSpPr>
        <p:spPr>
          <a:xfrm xmlns:a="http://schemas.openxmlformats.org/drawingml/2006/main">
            <a:off x="25222725" y="37347525"/>
            <a:ext cx="4167450" cy="666750"/>
          </a:xfrm>
          <a:prstGeom xmlns:a="http://schemas.openxmlformats.org/drawingml/2006/main" prst="rect">
            <a:avLst/>
          </a:prstGeom>
          <a:solidFill xmlns:a="http://schemas.openxmlformats.org/drawingml/2006/main">
            <a:srgbClr val="EAF5F8"/>
          </a:solidFill>
          <a:ln xmlns:a="http://schemas.openxmlformats.org/drawingml/2006/main" w="9525">
            <a:solidFill>
              <a:srgbClr val="009BB5"/>
            </a:solidFill>
            <a:prstDash val="solid"/>
          </a:ln>
        </p:spPr>
      </p:sp>
      <p:sp>
        <p:nvSpPr>
          <p:cNvPr id="237" name="">
            <a:extLst xmlns:a="http://schemas.openxmlformats.org/drawingml/2006/main">
              <a:ext uri="{FF2B5EF4-FFF2-40B4-BE49-F238E27FC236}">
                <a16:creationId xmlns:a16="http://schemas.microsoft.com/office/drawing/2014/main" id="{249F25FD-772D-4060-A934-B15E1AE8FF18}"/>
              </a:ext>
            </a:extLst>
          </p:cNvPr>
          <p:cNvSpPr>
            <a:spLocks xmlns:a="http://schemas.openxmlformats.org/drawingml/2006/main" noGrp="1"/>
          </p:cNvSpPr>
          <p:nvPr/>
        </p:nvSpPr>
        <p:spPr>
          <a:xfrm xmlns:a="http://schemas.openxmlformats.org/drawingml/2006/main">
            <a:off x="25298925" y="37395150"/>
            <a:ext cx="4015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050" b="1">
                <a:solidFill>
                  <a:srgbClr val="0A2C46"/>
                </a:solidFill>
                <a:latin typeface="Arial"/>
                <a:ea typeface="Arial"/>
                <a:cs typeface="Arial"/>
              </a:defRPr>
            </a:defPPr>
            <a:lvl1pPr>
              <a:defRPr sz="1050" b="1">
                <a:solidFill>
                  <a:srgbClr val="0A2C46"/>
                </a:solidFill>
                <a:latin typeface="Arial"/>
                <a:ea typeface="Arial"/>
                <a:cs typeface="Arial"/>
              </a:defRPr>
            </a:lvl1pPr>
            <a:lvl2pPr>
              <a:defRPr sz="1050" b="1">
                <a:solidFill>
                  <a:srgbClr val="0A2C46"/>
                </a:solidFill>
                <a:latin typeface="Arial"/>
                <a:ea typeface="Arial"/>
                <a:cs typeface="Arial"/>
              </a:defRPr>
            </a:lvl2pPr>
            <a:lvl3pPr>
              <a:defRPr sz="1050" b="1">
                <a:solidFill>
                  <a:srgbClr val="0A2C46"/>
                </a:solidFill>
                <a:latin typeface="Arial"/>
                <a:ea typeface="Arial"/>
                <a:cs typeface="Arial"/>
              </a:defRPr>
            </a:lvl3pPr>
            <a:lvl4pPr>
              <a:defRPr sz="1050" b="1">
                <a:solidFill>
                  <a:srgbClr val="0A2C46"/>
                </a:solidFill>
                <a:latin typeface="Arial"/>
                <a:ea typeface="Arial"/>
                <a:cs typeface="Arial"/>
              </a:defRPr>
            </a:lvl4pPr>
            <a:lvl5pPr>
              <a:defRPr sz="1050" b="1">
                <a:solidFill>
                  <a:srgbClr val="0A2C46"/>
                </a:solidFill>
                <a:latin typeface="Arial"/>
                <a:ea typeface="Arial"/>
                <a:cs typeface="Arial"/>
              </a:defRPr>
            </a:lvl5pPr>
            <a:lvl6pPr>
              <a:defRPr sz="1050" b="1">
                <a:solidFill>
                  <a:srgbClr val="0A2C46"/>
                </a:solidFill>
                <a:latin typeface="Arial"/>
                <a:ea typeface="Arial"/>
                <a:cs typeface="Arial"/>
              </a:defRPr>
            </a:lvl6pPr>
            <a:lvl7pPr>
              <a:defRPr sz="1050" b="1">
                <a:solidFill>
                  <a:srgbClr val="0A2C46"/>
                </a:solidFill>
                <a:latin typeface="Arial"/>
                <a:ea typeface="Arial"/>
                <a:cs typeface="Arial"/>
              </a:defRPr>
            </a:lvl7pPr>
            <a:lvl8pPr>
              <a:defRPr sz="1050" b="1">
                <a:solidFill>
                  <a:srgbClr val="0A2C46"/>
                </a:solidFill>
                <a:latin typeface="Arial"/>
                <a:ea typeface="Arial"/>
                <a:cs typeface="Arial"/>
              </a:defRPr>
            </a:lvl8pPr>
            <a:lvl9pPr>
              <a:defRPr sz="1050" b="1">
                <a:solidFill>
                  <a:srgbClr val="0A2C46"/>
                </a:solidFill>
                <a:latin typeface="Arial"/>
                <a:ea typeface="Arial"/>
                <a:cs typeface="Arial"/>
              </a:defRPr>
            </a:lvl9pPr>
          </a:lstStyle>
          <a:p xmlns:a="http://schemas.openxmlformats.org/drawingml/2006/main">
            <a:pPr>
              <a:defRPr sz="1050" b="1">
                <a:solidFill>
                  <a:srgbClr val="0A2C46"/>
                </a:solidFill>
                <a:latin typeface="Arial"/>
                <a:ea typeface="Arial"/>
                <a:cs typeface="Arial"/>
              </a:defRPr>
            </a:pPr>
            <a:r>
              <a:rPr sz="1050" b="1">
                <a:solidFill>
                  <a:srgbClr val="0A2C46"/>
                </a:solidFill>
                <a:latin typeface="Arial"/>
                <a:ea typeface="Arial"/>
                <a:cs typeface="Arial"/>
              </a:rPr>
              <a:t>Instrument artifacts</a:t>
            </a:r>
          </a:p>
        </p:txBody>
      </p:sp>
      <p:sp>
        <p:nvSpPr>
          <p:cNvPr id="238" name="">
            <a:extLst xmlns:a="http://schemas.openxmlformats.org/drawingml/2006/main">
              <a:ext uri="{FF2B5EF4-FFF2-40B4-BE49-F238E27FC236}">
                <a16:creationId xmlns:a16="http://schemas.microsoft.com/office/drawing/2014/main" id="{1074843E-8364-4427-BCBF-383FCC0150A4}"/>
              </a:ext>
            </a:extLst>
          </p:cNvPr>
          <p:cNvSpPr>
            <a:spLocks xmlns:a="http://schemas.openxmlformats.org/drawingml/2006/main" noGrp="1"/>
          </p:cNvSpPr>
          <p:nvPr/>
        </p:nvSpPr>
        <p:spPr>
          <a:xfrm xmlns:a="http://schemas.openxmlformats.org/drawingml/2006/main">
            <a:off x="16773525" y="38128575"/>
            <a:ext cx="4167450" cy="666750"/>
          </a:xfrm>
          <a:prstGeom xmlns:a="http://schemas.openxmlformats.org/drawingml/2006/main" prst="rect">
            <a:avLst/>
          </a:prstGeom>
          <a:solidFill xmlns:a="http://schemas.openxmlformats.org/drawingml/2006/main">
            <a:srgbClr val="EAF5F8"/>
          </a:solidFill>
          <a:ln xmlns:a="http://schemas.openxmlformats.org/drawingml/2006/main" w="9525">
            <a:solidFill>
              <a:srgbClr val="009BB5"/>
            </a:solidFill>
            <a:prstDash val="solid"/>
          </a:ln>
        </p:spPr>
      </p:sp>
      <p:sp>
        <p:nvSpPr>
          <p:cNvPr id="239" name="">
            <a:extLst xmlns:a="http://schemas.openxmlformats.org/drawingml/2006/main">
              <a:ext uri="{FF2B5EF4-FFF2-40B4-BE49-F238E27FC236}">
                <a16:creationId xmlns:a16="http://schemas.microsoft.com/office/drawing/2014/main" id="{A148F667-9393-4B38-812C-6EAE706DE52A}"/>
              </a:ext>
            </a:extLst>
          </p:cNvPr>
          <p:cNvSpPr>
            <a:spLocks xmlns:a="http://schemas.openxmlformats.org/drawingml/2006/main" noGrp="1"/>
          </p:cNvSpPr>
          <p:nvPr/>
        </p:nvSpPr>
        <p:spPr>
          <a:xfrm xmlns:a="http://schemas.openxmlformats.org/drawingml/2006/main">
            <a:off x="16849725" y="38176200"/>
            <a:ext cx="4015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050" b="1">
                <a:solidFill>
                  <a:srgbClr val="0A2C46"/>
                </a:solidFill>
                <a:latin typeface="Arial"/>
                <a:ea typeface="Arial"/>
                <a:cs typeface="Arial"/>
              </a:defRPr>
            </a:defPPr>
            <a:lvl1pPr>
              <a:defRPr sz="1050" b="1">
                <a:solidFill>
                  <a:srgbClr val="0A2C46"/>
                </a:solidFill>
                <a:latin typeface="Arial"/>
                <a:ea typeface="Arial"/>
                <a:cs typeface="Arial"/>
              </a:defRPr>
            </a:lvl1pPr>
            <a:lvl2pPr>
              <a:defRPr sz="1050" b="1">
                <a:solidFill>
                  <a:srgbClr val="0A2C46"/>
                </a:solidFill>
                <a:latin typeface="Arial"/>
                <a:ea typeface="Arial"/>
                <a:cs typeface="Arial"/>
              </a:defRPr>
            </a:lvl2pPr>
            <a:lvl3pPr>
              <a:defRPr sz="1050" b="1">
                <a:solidFill>
                  <a:srgbClr val="0A2C46"/>
                </a:solidFill>
                <a:latin typeface="Arial"/>
                <a:ea typeface="Arial"/>
                <a:cs typeface="Arial"/>
              </a:defRPr>
            </a:lvl3pPr>
            <a:lvl4pPr>
              <a:defRPr sz="1050" b="1">
                <a:solidFill>
                  <a:srgbClr val="0A2C46"/>
                </a:solidFill>
                <a:latin typeface="Arial"/>
                <a:ea typeface="Arial"/>
                <a:cs typeface="Arial"/>
              </a:defRPr>
            </a:lvl4pPr>
            <a:lvl5pPr>
              <a:defRPr sz="1050" b="1">
                <a:solidFill>
                  <a:srgbClr val="0A2C46"/>
                </a:solidFill>
                <a:latin typeface="Arial"/>
                <a:ea typeface="Arial"/>
                <a:cs typeface="Arial"/>
              </a:defRPr>
            </a:lvl5pPr>
            <a:lvl6pPr>
              <a:defRPr sz="1050" b="1">
                <a:solidFill>
                  <a:srgbClr val="0A2C46"/>
                </a:solidFill>
                <a:latin typeface="Arial"/>
                <a:ea typeface="Arial"/>
                <a:cs typeface="Arial"/>
              </a:defRPr>
            </a:lvl6pPr>
            <a:lvl7pPr>
              <a:defRPr sz="1050" b="1">
                <a:solidFill>
                  <a:srgbClr val="0A2C46"/>
                </a:solidFill>
                <a:latin typeface="Arial"/>
                <a:ea typeface="Arial"/>
                <a:cs typeface="Arial"/>
              </a:defRPr>
            </a:lvl7pPr>
            <a:lvl8pPr>
              <a:defRPr sz="1050" b="1">
                <a:solidFill>
                  <a:srgbClr val="0A2C46"/>
                </a:solidFill>
                <a:latin typeface="Arial"/>
                <a:ea typeface="Arial"/>
                <a:cs typeface="Arial"/>
              </a:defRPr>
            </a:lvl8pPr>
            <a:lvl9pPr>
              <a:defRPr sz="1050" b="1">
                <a:solidFill>
                  <a:srgbClr val="0A2C46"/>
                </a:solidFill>
                <a:latin typeface="Arial"/>
                <a:ea typeface="Arial"/>
                <a:cs typeface="Arial"/>
              </a:defRPr>
            </a:lvl9pPr>
          </a:lstStyle>
          <a:p xmlns:a="http://schemas.openxmlformats.org/drawingml/2006/main">
            <a:pPr>
              <a:defRPr sz="1050" b="1">
                <a:solidFill>
                  <a:srgbClr val="0A2C46"/>
                </a:solidFill>
                <a:latin typeface="Arial"/>
                <a:ea typeface="Arial"/>
                <a:cs typeface="Arial"/>
              </a:defRPr>
            </a:pPr>
            <a:r>
              <a:rPr sz="1050" b="1">
                <a:solidFill>
                  <a:srgbClr val="0A2C46"/>
                </a:solidFill>
                <a:latin typeface="Arial"/>
                <a:ea typeface="Arial"/>
                <a:cs typeface="Arial"/>
              </a:rPr>
              <a:t>Low-SNR transits</a:t>
            </a:r>
          </a:p>
        </p:txBody>
      </p:sp>
      <p:sp>
        <p:nvSpPr>
          <p:cNvPr id="240" name="">
            <a:extLst xmlns:a="http://schemas.openxmlformats.org/drawingml/2006/main">
              <a:ext uri="{FF2B5EF4-FFF2-40B4-BE49-F238E27FC236}">
                <a16:creationId xmlns:a16="http://schemas.microsoft.com/office/drawing/2014/main" id="{5BAC86E4-17D5-477B-BC5B-544C7B9BC072}"/>
              </a:ext>
            </a:extLst>
          </p:cNvPr>
          <p:cNvSpPr>
            <a:spLocks xmlns:a="http://schemas.openxmlformats.org/drawingml/2006/main" noGrp="1"/>
          </p:cNvSpPr>
          <p:nvPr/>
        </p:nvSpPr>
        <p:spPr>
          <a:xfrm xmlns:a="http://schemas.openxmlformats.org/drawingml/2006/main">
            <a:off x="20998125" y="38128575"/>
            <a:ext cx="4167450" cy="666750"/>
          </a:xfrm>
          <a:prstGeom xmlns:a="http://schemas.openxmlformats.org/drawingml/2006/main" prst="rect">
            <a:avLst/>
          </a:prstGeom>
          <a:solidFill xmlns:a="http://schemas.openxmlformats.org/drawingml/2006/main">
            <a:srgbClr val="EAF5F8"/>
          </a:solidFill>
          <a:ln xmlns:a="http://schemas.openxmlformats.org/drawingml/2006/main" w="9525">
            <a:solidFill>
              <a:srgbClr val="009BB5"/>
            </a:solidFill>
            <a:prstDash val="solid"/>
          </a:ln>
        </p:spPr>
      </p:sp>
      <p:sp>
        <p:nvSpPr>
          <p:cNvPr id="241" name="">
            <a:extLst xmlns:a="http://schemas.openxmlformats.org/drawingml/2006/main">
              <a:ext uri="{FF2B5EF4-FFF2-40B4-BE49-F238E27FC236}">
                <a16:creationId xmlns:a16="http://schemas.microsoft.com/office/drawing/2014/main" id="{2B13FCF5-93CA-42AA-9A33-E67E2F21978C}"/>
              </a:ext>
            </a:extLst>
          </p:cNvPr>
          <p:cNvSpPr>
            <a:spLocks xmlns:a="http://schemas.openxmlformats.org/drawingml/2006/main" noGrp="1"/>
          </p:cNvSpPr>
          <p:nvPr/>
        </p:nvSpPr>
        <p:spPr>
          <a:xfrm xmlns:a="http://schemas.openxmlformats.org/drawingml/2006/main">
            <a:off x="21074325" y="38176200"/>
            <a:ext cx="4015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050" b="1">
                <a:solidFill>
                  <a:srgbClr val="0A2C46"/>
                </a:solidFill>
                <a:latin typeface="Arial"/>
                <a:ea typeface="Arial"/>
                <a:cs typeface="Arial"/>
              </a:defRPr>
            </a:defPPr>
            <a:lvl1pPr>
              <a:defRPr sz="1050" b="1">
                <a:solidFill>
                  <a:srgbClr val="0A2C46"/>
                </a:solidFill>
                <a:latin typeface="Arial"/>
                <a:ea typeface="Arial"/>
                <a:cs typeface="Arial"/>
              </a:defRPr>
            </a:lvl1pPr>
            <a:lvl2pPr>
              <a:defRPr sz="1050" b="1">
                <a:solidFill>
                  <a:srgbClr val="0A2C46"/>
                </a:solidFill>
                <a:latin typeface="Arial"/>
                <a:ea typeface="Arial"/>
                <a:cs typeface="Arial"/>
              </a:defRPr>
            </a:lvl2pPr>
            <a:lvl3pPr>
              <a:defRPr sz="1050" b="1">
                <a:solidFill>
                  <a:srgbClr val="0A2C46"/>
                </a:solidFill>
                <a:latin typeface="Arial"/>
                <a:ea typeface="Arial"/>
                <a:cs typeface="Arial"/>
              </a:defRPr>
            </a:lvl3pPr>
            <a:lvl4pPr>
              <a:defRPr sz="1050" b="1">
                <a:solidFill>
                  <a:srgbClr val="0A2C46"/>
                </a:solidFill>
                <a:latin typeface="Arial"/>
                <a:ea typeface="Arial"/>
                <a:cs typeface="Arial"/>
              </a:defRPr>
            </a:lvl4pPr>
            <a:lvl5pPr>
              <a:defRPr sz="1050" b="1">
                <a:solidFill>
                  <a:srgbClr val="0A2C46"/>
                </a:solidFill>
                <a:latin typeface="Arial"/>
                <a:ea typeface="Arial"/>
                <a:cs typeface="Arial"/>
              </a:defRPr>
            </a:lvl5pPr>
            <a:lvl6pPr>
              <a:defRPr sz="1050" b="1">
                <a:solidFill>
                  <a:srgbClr val="0A2C46"/>
                </a:solidFill>
                <a:latin typeface="Arial"/>
                <a:ea typeface="Arial"/>
                <a:cs typeface="Arial"/>
              </a:defRPr>
            </a:lvl6pPr>
            <a:lvl7pPr>
              <a:defRPr sz="1050" b="1">
                <a:solidFill>
                  <a:srgbClr val="0A2C46"/>
                </a:solidFill>
                <a:latin typeface="Arial"/>
                <a:ea typeface="Arial"/>
                <a:cs typeface="Arial"/>
              </a:defRPr>
            </a:lvl7pPr>
            <a:lvl8pPr>
              <a:defRPr sz="1050" b="1">
                <a:solidFill>
                  <a:srgbClr val="0A2C46"/>
                </a:solidFill>
                <a:latin typeface="Arial"/>
                <a:ea typeface="Arial"/>
                <a:cs typeface="Arial"/>
              </a:defRPr>
            </a:lvl8pPr>
            <a:lvl9pPr>
              <a:defRPr sz="1050" b="1">
                <a:solidFill>
                  <a:srgbClr val="0A2C46"/>
                </a:solidFill>
                <a:latin typeface="Arial"/>
                <a:ea typeface="Arial"/>
                <a:cs typeface="Arial"/>
              </a:defRPr>
            </a:lvl9pPr>
          </a:lstStyle>
          <a:p xmlns:a="http://schemas.openxmlformats.org/drawingml/2006/main">
            <a:pPr>
              <a:defRPr sz="1050" b="1">
                <a:solidFill>
                  <a:srgbClr val="0A2C46"/>
                </a:solidFill>
                <a:latin typeface="Arial"/>
                <a:ea typeface="Arial"/>
                <a:cs typeface="Arial"/>
              </a:defRPr>
            </a:pPr>
            <a:r>
              <a:rPr sz="1050" b="1">
                <a:solidFill>
                  <a:srgbClr val="0A2C46"/>
                </a:solidFill>
                <a:latin typeface="Arial"/>
                <a:ea typeface="Arial"/>
                <a:cs typeface="Arial"/>
              </a:rPr>
              <a:t>Distribution shift</a:t>
            </a:r>
          </a:p>
        </p:txBody>
      </p:sp>
      <p:sp>
        <p:nvSpPr>
          <p:cNvPr id="242" name="">
            <a:extLst xmlns:a="http://schemas.openxmlformats.org/drawingml/2006/main">
              <a:ext uri="{FF2B5EF4-FFF2-40B4-BE49-F238E27FC236}">
                <a16:creationId xmlns:a16="http://schemas.microsoft.com/office/drawing/2014/main" id="{4580C125-041A-449B-A544-5781986B7AF6}"/>
              </a:ext>
            </a:extLst>
          </p:cNvPr>
          <p:cNvSpPr>
            <a:spLocks xmlns:a="http://schemas.openxmlformats.org/drawingml/2006/main" noGrp="1"/>
          </p:cNvSpPr>
          <p:nvPr/>
        </p:nvSpPr>
        <p:spPr>
          <a:xfrm xmlns:a="http://schemas.openxmlformats.org/drawingml/2006/main">
            <a:off x="25222725" y="38128575"/>
            <a:ext cx="4167450" cy="666750"/>
          </a:xfrm>
          <a:prstGeom xmlns:a="http://schemas.openxmlformats.org/drawingml/2006/main" prst="rect">
            <a:avLst/>
          </a:prstGeom>
          <a:solidFill xmlns:a="http://schemas.openxmlformats.org/drawingml/2006/main">
            <a:srgbClr val="EAF5F8"/>
          </a:solidFill>
          <a:ln xmlns:a="http://schemas.openxmlformats.org/drawingml/2006/main" w="9525">
            <a:solidFill>
              <a:srgbClr val="009BB5"/>
            </a:solidFill>
            <a:prstDash val="solid"/>
          </a:ln>
        </p:spPr>
      </p:sp>
      <p:sp>
        <p:nvSpPr>
          <p:cNvPr id="243" name="">
            <a:extLst xmlns:a="http://schemas.openxmlformats.org/drawingml/2006/main">
              <a:ext uri="{FF2B5EF4-FFF2-40B4-BE49-F238E27FC236}">
                <a16:creationId xmlns:a16="http://schemas.microsoft.com/office/drawing/2014/main" id="{3CA05123-CF5E-417F-B59A-A43E3F0176A9}"/>
              </a:ext>
            </a:extLst>
          </p:cNvPr>
          <p:cNvSpPr>
            <a:spLocks xmlns:a="http://schemas.openxmlformats.org/drawingml/2006/main" noGrp="1"/>
          </p:cNvSpPr>
          <p:nvPr/>
        </p:nvSpPr>
        <p:spPr>
          <a:xfrm xmlns:a="http://schemas.openxmlformats.org/drawingml/2006/main">
            <a:off x="25298925" y="38176200"/>
            <a:ext cx="40150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050" b="1">
                <a:solidFill>
                  <a:srgbClr val="0A2C46"/>
                </a:solidFill>
                <a:latin typeface="Arial"/>
                <a:ea typeface="Arial"/>
                <a:cs typeface="Arial"/>
              </a:defRPr>
            </a:defPPr>
            <a:lvl1pPr>
              <a:defRPr sz="1050" b="1">
                <a:solidFill>
                  <a:srgbClr val="0A2C46"/>
                </a:solidFill>
                <a:latin typeface="Arial"/>
                <a:ea typeface="Arial"/>
                <a:cs typeface="Arial"/>
              </a:defRPr>
            </a:lvl1pPr>
            <a:lvl2pPr>
              <a:defRPr sz="1050" b="1">
                <a:solidFill>
                  <a:srgbClr val="0A2C46"/>
                </a:solidFill>
                <a:latin typeface="Arial"/>
                <a:ea typeface="Arial"/>
                <a:cs typeface="Arial"/>
              </a:defRPr>
            </a:lvl2pPr>
            <a:lvl3pPr>
              <a:defRPr sz="1050" b="1">
                <a:solidFill>
                  <a:srgbClr val="0A2C46"/>
                </a:solidFill>
                <a:latin typeface="Arial"/>
                <a:ea typeface="Arial"/>
                <a:cs typeface="Arial"/>
              </a:defRPr>
            </a:lvl3pPr>
            <a:lvl4pPr>
              <a:defRPr sz="1050" b="1">
                <a:solidFill>
                  <a:srgbClr val="0A2C46"/>
                </a:solidFill>
                <a:latin typeface="Arial"/>
                <a:ea typeface="Arial"/>
                <a:cs typeface="Arial"/>
              </a:defRPr>
            </a:lvl4pPr>
            <a:lvl5pPr>
              <a:defRPr sz="1050" b="1">
                <a:solidFill>
                  <a:srgbClr val="0A2C46"/>
                </a:solidFill>
                <a:latin typeface="Arial"/>
                <a:ea typeface="Arial"/>
                <a:cs typeface="Arial"/>
              </a:defRPr>
            </a:lvl5pPr>
            <a:lvl6pPr>
              <a:defRPr sz="1050" b="1">
                <a:solidFill>
                  <a:srgbClr val="0A2C46"/>
                </a:solidFill>
                <a:latin typeface="Arial"/>
                <a:ea typeface="Arial"/>
                <a:cs typeface="Arial"/>
              </a:defRPr>
            </a:lvl6pPr>
            <a:lvl7pPr>
              <a:defRPr sz="1050" b="1">
                <a:solidFill>
                  <a:srgbClr val="0A2C46"/>
                </a:solidFill>
                <a:latin typeface="Arial"/>
                <a:ea typeface="Arial"/>
                <a:cs typeface="Arial"/>
              </a:defRPr>
            </a:lvl7pPr>
            <a:lvl8pPr>
              <a:defRPr sz="1050" b="1">
                <a:solidFill>
                  <a:srgbClr val="0A2C46"/>
                </a:solidFill>
                <a:latin typeface="Arial"/>
                <a:ea typeface="Arial"/>
                <a:cs typeface="Arial"/>
              </a:defRPr>
            </a:lvl8pPr>
            <a:lvl9pPr>
              <a:defRPr sz="1050" b="1">
                <a:solidFill>
                  <a:srgbClr val="0A2C46"/>
                </a:solidFill>
                <a:latin typeface="Arial"/>
                <a:ea typeface="Arial"/>
                <a:cs typeface="Arial"/>
              </a:defRPr>
            </a:lvl9pPr>
          </a:lstStyle>
          <a:p xmlns:a="http://schemas.openxmlformats.org/drawingml/2006/main">
            <a:pPr>
              <a:defRPr sz="1050" b="1">
                <a:solidFill>
                  <a:srgbClr val="0A2C46"/>
                </a:solidFill>
                <a:latin typeface="Arial"/>
                <a:ea typeface="Arial"/>
                <a:cs typeface="Arial"/>
              </a:defRPr>
            </a:pPr>
            <a:r>
              <a:rPr sz="1050" b="1">
                <a:solidFill>
                  <a:srgbClr val="0A2C46"/>
                </a:solidFill>
                <a:latin typeface="Arial"/>
                <a:ea typeface="Arial"/>
                <a:cs typeface="Arial"/>
              </a:rPr>
              <a:t>Missing metadata</a:t>
            </a:r>
          </a:p>
        </p:txBody>
      </p:sp>
      <p:sp>
        <p:nvSpPr>
          <p:cNvPr id="244" name="">
            <a:extLst xmlns:a="http://schemas.openxmlformats.org/drawingml/2006/main">
              <a:ext uri="{FF2B5EF4-FFF2-40B4-BE49-F238E27FC236}">
                <a16:creationId xmlns:a16="http://schemas.microsoft.com/office/drawing/2014/main" id="{991FFB50-CC2A-4F15-8646-1CAF4A847994}"/>
              </a:ext>
            </a:extLst>
          </p:cNvPr>
          <p:cNvSpPr>
            <a:spLocks xmlns:a="http://schemas.openxmlformats.org/drawingml/2006/main" noGrp="1"/>
          </p:cNvSpPr>
          <p:nvPr/>
        </p:nvSpPr>
        <p:spPr>
          <a:xfrm xmlns:a="http://schemas.openxmlformats.org/drawingml/2006/main">
            <a:off x="16773525" y="39062025"/>
            <a:ext cx="12616650" cy="1047750"/>
          </a:xfrm>
          <a:prstGeom xmlns:a="http://schemas.openxmlformats.org/drawingml/2006/main" prst="rect">
            <a:avLst/>
          </a:prstGeom>
          <a:solidFill xmlns:a="http://schemas.openxmlformats.org/drawingml/2006/main">
            <a:srgbClr val="FFF7E9"/>
          </a:solidFill>
          <a:ln xmlns:a="http://schemas.openxmlformats.org/drawingml/2006/main" w="19050">
            <a:solidFill>
              <a:srgbClr val="D88A18"/>
            </a:solidFill>
            <a:prstDash val="solid"/>
          </a:ln>
        </p:spPr>
      </p:sp>
      <p:sp>
        <p:nvSpPr>
          <p:cNvPr id="245" name="">
            <a:extLst xmlns:a="http://schemas.openxmlformats.org/drawingml/2006/main">
              <a:ext uri="{FF2B5EF4-FFF2-40B4-BE49-F238E27FC236}">
                <a16:creationId xmlns:a16="http://schemas.microsoft.com/office/drawing/2014/main" id="{B11B6E16-01A1-4E2D-B0E1-E837DD5DC6D9}"/>
              </a:ext>
            </a:extLst>
          </p:cNvPr>
          <p:cNvSpPr>
            <a:spLocks xmlns:a="http://schemas.openxmlformats.org/drawingml/2006/main" noGrp="1"/>
          </p:cNvSpPr>
          <p:nvPr/>
        </p:nvSpPr>
        <p:spPr>
          <a:xfrm xmlns:a="http://schemas.openxmlformats.org/drawingml/2006/main">
            <a:off x="16925925" y="39138225"/>
            <a:ext cx="12311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defPPr>
              <a:defRPr sz="1350" b="1">
                <a:solidFill>
                  <a:srgbClr val="69450D"/>
                </a:solidFill>
                <a:latin typeface="Arial"/>
                <a:ea typeface="Arial"/>
                <a:cs typeface="Arial"/>
              </a:defRPr>
            </a:defPPr>
            <a:lvl1pPr>
              <a:defRPr sz="1350" b="1">
                <a:solidFill>
                  <a:srgbClr val="69450D"/>
                </a:solidFill>
                <a:latin typeface="Arial"/>
                <a:ea typeface="Arial"/>
                <a:cs typeface="Arial"/>
              </a:defRPr>
            </a:lvl1pPr>
            <a:lvl2pPr>
              <a:defRPr sz="1350" b="1">
                <a:solidFill>
                  <a:srgbClr val="69450D"/>
                </a:solidFill>
                <a:latin typeface="Arial"/>
                <a:ea typeface="Arial"/>
                <a:cs typeface="Arial"/>
              </a:defRPr>
            </a:lvl2pPr>
            <a:lvl3pPr>
              <a:defRPr sz="1350" b="1">
                <a:solidFill>
                  <a:srgbClr val="69450D"/>
                </a:solidFill>
                <a:latin typeface="Arial"/>
                <a:ea typeface="Arial"/>
                <a:cs typeface="Arial"/>
              </a:defRPr>
            </a:lvl3pPr>
            <a:lvl4pPr>
              <a:defRPr sz="1350" b="1">
                <a:solidFill>
                  <a:srgbClr val="69450D"/>
                </a:solidFill>
                <a:latin typeface="Arial"/>
                <a:ea typeface="Arial"/>
                <a:cs typeface="Arial"/>
              </a:defRPr>
            </a:lvl4pPr>
            <a:lvl5pPr>
              <a:defRPr sz="1350" b="1">
                <a:solidFill>
                  <a:srgbClr val="69450D"/>
                </a:solidFill>
                <a:latin typeface="Arial"/>
                <a:ea typeface="Arial"/>
                <a:cs typeface="Arial"/>
              </a:defRPr>
            </a:lvl5pPr>
            <a:lvl6pPr>
              <a:defRPr sz="1350" b="1">
                <a:solidFill>
                  <a:srgbClr val="69450D"/>
                </a:solidFill>
                <a:latin typeface="Arial"/>
                <a:ea typeface="Arial"/>
                <a:cs typeface="Arial"/>
              </a:defRPr>
            </a:lvl6pPr>
            <a:lvl7pPr>
              <a:defRPr sz="1350" b="1">
                <a:solidFill>
                  <a:srgbClr val="69450D"/>
                </a:solidFill>
                <a:latin typeface="Arial"/>
                <a:ea typeface="Arial"/>
                <a:cs typeface="Arial"/>
              </a:defRPr>
            </a:lvl7pPr>
            <a:lvl8pPr>
              <a:defRPr sz="1350" b="1">
                <a:solidFill>
                  <a:srgbClr val="69450D"/>
                </a:solidFill>
                <a:latin typeface="Arial"/>
                <a:ea typeface="Arial"/>
                <a:cs typeface="Arial"/>
              </a:defRPr>
            </a:lvl8pPr>
            <a:lvl9pPr>
              <a:defRPr sz="1350" b="1">
                <a:solidFill>
                  <a:srgbClr val="69450D"/>
                </a:solidFill>
                <a:latin typeface="Arial"/>
                <a:ea typeface="Arial"/>
                <a:cs typeface="Arial"/>
              </a:defRPr>
            </a:lvl9pPr>
          </a:lstStyle>
          <a:p xmlns:a="http://schemas.openxmlformats.org/drawingml/2006/main">
            <a:pPr>
              <a:defRPr sz="1350" b="1">
                <a:solidFill>
                  <a:srgbClr val="69450D"/>
                </a:solidFill>
                <a:latin typeface="Arial"/>
                <a:ea typeface="Arial"/>
                <a:cs typeface="Arial"/>
              </a:defRPr>
            </a:pPr>
            <a:r>
              <a:rPr sz="1350" b="1">
                <a:solidFill>
                  <a:srgbClr val="69450D"/>
                </a:solidFill>
                <a:latin typeface="Arial"/>
                <a:ea typeface="Arial"/>
                <a:cs typeface="Arial"/>
              </a:rPr>
              <a:t>Final system rule</a:t>
            </a:r>
          </a:p>
        </p:txBody>
      </p:sp>
      <p:sp>
        <p:nvSpPr>
          <p:cNvPr id="246" name="">
            <a:extLst xmlns:a="http://schemas.openxmlformats.org/drawingml/2006/main">
              <a:ext uri="{FF2B5EF4-FFF2-40B4-BE49-F238E27FC236}">
                <a16:creationId xmlns:a16="http://schemas.microsoft.com/office/drawing/2014/main" id="{DF3341B9-35BB-47DA-9CF2-0DE30A4A31C7}"/>
              </a:ext>
            </a:extLst>
          </p:cNvPr>
          <p:cNvSpPr>
            <a:spLocks xmlns:a="http://schemas.openxmlformats.org/drawingml/2006/main" noGrp="1"/>
          </p:cNvSpPr>
          <p:nvPr/>
        </p:nvSpPr>
        <p:spPr>
          <a:xfrm xmlns:a="http://schemas.openxmlformats.org/drawingml/2006/main">
            <a:off x="16925925" y="39423975"/>
            <a:ext cx="123118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125" b="0">
                <a:solidFill>
                  <a:srgbClr val="69450D"/>
                </a:solidFill>
                <a:latin typeface="Arial"/>
                <a:ea typeface="Arial"/>
                <a:cs typeface="Arial"/>
              </a:defRPr>
            </a:defPPr>
            <a:lvl1pPr>
              <a:defRPr sz="1125" b="0">
                <a:solidFill>
                  <a:srgbClr val="69450D"/>
                </a:solidFill>
                <a:latin typeface="Arial"/>
                <a:ea typeface="Arial"/>
                <a:cs typeface="Arial"/>
              </a:defRPr>
            </a:lvl1pPr>
            <a:lvl2pPr>
              <a:defRPr sz="1125" b="0">
                <a:solidFill>
                  <a:srgbClr val="69450D"/>
                </a:solidFill>
                <a:latin typeface="Arial"/>
                <a:ea typeface="Arial"/>
                <a:cs typeface="Arial"/>
              </a:defRPr>
            </a:lvl2pPr>
            <a:lvl3pPr>
              <a:defRPr sz="1125" b="0">
                <a:solidFill>
                  <a:srgbClr val="69450D"/>
                </a:solidFill>
                <a:latin typeface="Arial"/>
                <a:ea typeface="Arial"/>
                <a:cs typeface="Arial"/>
              </a:defRPr>
            </a:lvl3pPr>
            <a:lvl4pPr>
              <a:defRPr sz="1125" b="0">
                <a:solidFill>
                  <a:srgbClr val="69450D"/>
                </a:solidFill>
                <a:latin typeface="Arial"/>
                <a:ea typeface="Arial"/>
                <a:cs typeface="Arial"/>
              </a:defRPr>
            </a:lvl4pPr>
            <a:lvl5pPr>
              <a:defRPr sz="1125" b="0">
                <a:solidFill>
                  <a:srgbClr val="69450D"/>
                </a:solidFill>
                <a:latin typeface="Arial"/>
                <a:ea typeface="Arial"/>
                <a:cs typeface="Arial"/>
              </a:defRPr>
            </a:lvl5pPr>
            <a:lvl6pPr>
              <a:defRPr sz="1125" b="0">
                <a:solidFill>
                  <a:srgbClr val="69450D"/>
                </a:solidFill>
                <a:latin typeface="Arial"/>
                <a:ea typeface="Arial"/>
                <a:cs typeface="Arial"/>
              </a:defRPr>
            </a:lvl6pPr>
            <a:lvl7pPr>
              <a:defRPr sz="1125" b="0">
                <a:solidFill>
                  <a:srgbClr val="69450D"/>
                </a:solidFill>
                <a:latin typeface="Arial"/>
                <a:ea typeface="Arial"/>
                <a:cs typeface="Arial"/>
              </a:defRPr>
            </a:lvl7pPr>
            <a:lvl8pPr>
              <a:defRPr sz="1125" b="0">
                <a:solidFill>
                  <a:srgbClr val="69450D"/>
                </a:solidFill>
                <a:latin typeface="Arial"/>
                <a:ea typeface="Arial"/>
                <a:cs typeface="Arial"/>
              </a:defRPr>
            </a:lvl8pPr>
            <a:lvl9pPr>
              <a:defRPr sz="1125" b="0">
                <a:solidFill>
                  <a:srgbClr val="69450D"/>
                </a:solidFill>
                <a:latin typeface="Arial"/>
                <a:ea typeface="Arial"/>
                <a:cs typeface="Arial"/>
              </a:defRPr>
            </a:lvl9pPr>
          </a:lstStyle>
          <a:p xmlns:a="http://schemas.openxmlformats.org/drawingml/2006/main">
            <a:pPr>
              <a:defRPr sz="1125" b="0">
                <a:solidFill>
                  <a:srgbClr val="69450D"/>
                </a:solidFill>
                <a:latin typeface="Arial"/>
                <a:ea typeface="Arial"/>
                <a:cs typeface="Arial"/>
              </a:defRPr>
            </a:pPr>
            <a:r>
              <a:rPr sz="1125" b="0">
                <a:solidFill>
                  <a:srgbClr val="69450D"/>
                </a:solidFill>
                <a:latin typeface="Arial"/>
                <a:ea typeface="Arial"/>
                <a:cs typeface="Arial"/>
              </a:rPr>
              <a:t>Present outputs as candidate-screening evidence, publish calibrated uncertainty, disclose fallbacks and require human review before confirmation.</a:t>
            </a:r>
          </a:p>
        </p:txBody>
      </p:sp>
      <p:sp>
        <p:nvSpPr>
          <p:cNvPr id="247" name="">
            <a:extLst xmlns:a="http://schemas.openxmlformats.org/drawingml/2006/main">
              <a:ext uri="{FF2B5EF4-FFF2-40B4-BE49-F238E27FC236}">
                <a16:creationId xmlns:a16="http://schemas.microsoft.com/office/drawing/2014/main" id="{29744302-A483-408E-963C-0EAA568DE563}"/>
              </a:ext>
            </a:extLst>
          </p:cNvPr>
          <p:cNvSpPr>
            <a:spLocks xmlns:a="http://schemas.openxmlformats.org/drawingml/2006/main" noGrp="1"/>
          </p:cNvSpPr>
          <p:nvPr/>
        </p:nvSpPr>
        <p:spPr>
          <a:xfrm xmlns:a="http://schemas.openxmlformats.org/drawingml/2006/main">
            <a:off x="0" y="40803750"/>
            <a:ext cx="30276000" cy="57150"/>
          </a:xfrm>
          <a:prstGeom xmlns:a="http://schemas.openxmlformats.org/drawingml/2006/main" prst="rect">
            <a:avLst/>
          </a:prstGeom>
          <a:solidFill xmlns:a="http://schemas.openxmlformats.org/drawingml/2006/main">
            <a:srgbClr val="009BB5"/>
          </a:solidFill>
          <a:ln xmlns:a="http://schemas.openxmlformats.org/drawingml/2006/main" w="0">
            <a:solidFill>
              <a:srgbClr val="009BB5"/>
            </a:solidFill>
            <a:prstDash val="solid"/>
          </a:ln>
        </p:spPr>
      </p:sp>
      <p:sp>
        <p:nvSpPr>
          <p:cNvPr id="248" name="">
            <a:extLst xmlns:a="http://schemas.openxmlformats.org/drawingml/2006/main">
              <a:ext uri="{FF2B5EF4-FFF2-40B4-BE49-F238E27FC236}">
                <a16:creationId xmlns:a16="http://schemas.microsoft.com/office/drawing/2014/main" id="{9FD9BBA9-4C0C-424F-BB69-7F095CCCD5E1}"/>
              </a:ext>
            </a:extLst>
          </p:cNvPr>
          <p:cNvSpPr>
            <a:spLocks xmlns:a="http://schemas.openxmlformats.org/drawingml/2006/main" noGrp="1"/>
          </p:cNvSpPr>
          <p:nvPr/>
        </p:nvSpPr>
        <p:spPr>
          <a:xfrm xmlns:a="http://schemas.openxmlformats.org/drawingml/2006/main">
            <a:off x="714375" y="41070450"/>
            <a:ext cx="409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650" b="1">
                <a:solidFill>
                  <a:srgbClr val="009BB5"/>
                </a:solidFill>
                <a:latin typeface="Arial"/>
                <a:ea typeface="Arial"/>
                <a:cs typeface="Arial"/>
              </a:defRPr>
            </a:defPPr>
            <a:lvl1pPr>
              <a:defRPr sz="1650" b="1">
                <a:solidFill>
                  <a:srgbClr val="009BB5"/>
                </a:solidFill>
                <a:latin typeface="Arial"/>
                <a:ea typeface="Arial"/>
                <a:cs typeface="Arial"/>
              </a:defRPr>
            </a:lvl1pPr>
            <a:lvl2pPr>
              <a:defRPr sz="1650" b="1">
                <a:solidFill>
                  <a:srgbClr val="009BB5"/>
                </a:solidFill>
                <a:latin typeface="Arial"/>
                <a:ea typeface="Arial"/>
                <a:cs typeface="Arial"/>
              </a:defRPr>
            </a:lvl2pPr>
            <a:lvl3pPr>
              <a:defRPr sz="1650" b="1">
                <a:solidFill>
                  <a:srgbClr val="009BB5"/>
                </a:solidFill>
                <a:latin typeface="Arial"/>
                <a:ea typeface="Arial"/>
                <a:cs typeface="Arial"/>
              </a:defRPr>
            </a:lvl3pPr>
            <a:lvl4pPr>
              <a:defRPr sz="1650" b="1">
                <a:solidFill>
                  <a:srgbClr val="009BB5"/>
                </a:solidFill>
                <a:latin typeface="Arial"/>
                <a:ea typeface="Arial"/>
                <a:cs typeface="Arial"/>
              </a:defRPr>
            </a:lvl4pPr>
            <a:lvl5pPr>
              <a:defRPr sz="1650" b="1">
                <a:solidFill>
                  <a:srgbClr val="009BB5"/>
                </a:solidFill>
                <a:latin typeface="Arial"/>
                <a:ea typeface="Arial"/>
                <a:cs typeface="Arial"/>
              </a:defRPr>
            </a:lvl5pPr>
            <a:lvl6pPr>
              <a:defRPr sz="1650" b="1">
                <a:solidFill>
                  <a:srgbClr val="009BB5"/>
                </a:solidFill>
                <a:latin typeface="Arial"/>
                <a:ea typeface="Arial"/>
                <a:cs typeface="Arial"/>
              </a:defRPr>
            </a:lvl6pPr>
            <a:lvl7pPr>
              <a:defRPr sz="1650" b="1">
                <a:solidFill>
                  <a:srgbClr val="009BB5"/>
                </a:solidFill>
                <a:latin typeface="Arial"/>
                <a:ea typeface="Arial"/>
                <a:cs typeface="Arial"/>
              </a:defRPr>
            </a:lvl7pPr>
            <a:lvl8pPr>
              <a:defRPr sz="1650" b="1">
                <a:solidFill>
                  <a:srgbClr val="009BB5"/>
                </a:solidFill>
                <a:latin typeface="Arial"/>
                <a:ea typeface="Arial"/>
                <a:cs typeface="Arial"/>
              </a:defRPr>
            </a:lvl8pPr>
            <a:lvl9pPr>
              <a:defRPr sz="1650" b="1">
                <a:solidFill>
                  <a:srgbClr val="009BB5"/>
                </a:solidFill>
                <a:latin typeface="Arial"/>
                <a:ea typeface="Arial"/>
                <a:cs typeface="Arial"/>
              </a:defRPr>
            </a:lvl9pPr>
          </a:lstStyle>
          <a:p xmlns:a="http://schemas.openxmlformats.org/drawingml/2006/main">
            <a:pPr>
              <a:defRPr sz="1650" b="1">
                <a:solidFill>
                  <a:srgbClr val="009BB5"/>
                </a:solidFill>
                <a:latin typeface="Arial"/>
                <a:ea typeface="Arial"/>
                <a:cs typeface="Arial"/>
              </a:defRPr>
            </a:pPr>
            <a:r>
              <a:rPr sz="1650" b="1">
                <a:solidFill>
                  <a:srgbClr val="009BB5"/>
                </a:solidFill>
                <a:latin typeface="Arial"/>
                <a:ea typeface="Arial"/>
                <a:cs typeface="Arial"/>
              </a:rPr>
              <a:t>TAKE-HOME MESSAGE</a:t>
            </a:r>
          </a:p>
        </p:txBody>
      </p:sp>
      <p:sp>
        <p:nvSpPr>
          <p:cNvPr id="249" name="">
            <a:extLst xmlns:a="http://schemas.openxmlformats.org/drawingml/2006/main">
              <a:ext uri="{FF2B5EF4-FFF2-40B4-BE49-F238E27FC236}">
                <a16:creationId xmlns:a16="http://schemas.microsoft.com/office/drawing/2014/main" id="{63A277D2-17AD-466E-B93B-B3ABA05A40E9}"/>
              </a:ext>
            </a:extLst>
          </p:cNvPr>
          <p:cNvSpPr>
            <a:spLocks xmlns:a="http://schemas.openxmlformats.org/drawingml/2006/main" noGrp="1"/>
          </p:cNvSpPr>
          <p:nvPr/>
        </p:nvSpPr>
        <p:spPr>
          <a:xfrm xmlns:a="http://schemas.openxmlformats.org/drawingml/2006/main">
            <a:off x="714375" y="41470500"/>
            <a:ext cx="12096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650" b="1">
                <a:solidFill>
                  <a:srgbClr val="0A2C46"/>
                </a:solidFill>
                <a:latin typeface="Arial"/>
                <a:ea typeface="Arial"/>
                <a:cs typeface="Arial"/>
              </a:defRPr>
            </a:defPPr>
            <a:lvl1pPr>
              <a:defRPr sz="1650" b="1">
                <a:solidFill>
                  <a:srgbClr val="0A2C46"/>
                </a:solidFill>
                <a:latin typeface="Arial"/>
                <a:ea typeface="Arial"/>
                <a:cs typeface="Arial"/>
              </a:defRPr>
            </a:lvl1pPr>
            <a:lvl2pPr>
              <a:defRPr sz="1650" b="1">
                <a:solidFill>
                  <a:srgbClr val="0A2C46"/>
                </a:solidFill>
                <a:latin typeface="Arial"/>
                <a:ea typeface="Arial"/>
                <a:cs typeface="Arial"/>
              </a:defRPr>
            </a:lvl2pPr>
            <a:lvl3pPr>
              <a:defRPr sz="1650" b="1">
                <a:solidFill>
                  <a:srgbClr val="0A2C46"/>
                </a:solidFill>
                <a:latin typeface="Arial"/>
                <a:ea typeface="Arial"/>
                <a:cs typeface="Arial"/>
              </a:defRPr>
            </a:lvl3pPr>
            <a:lvl4pPr>
              <a:defRPr sz="1650" b="1">
                <a:solidFill>
                  <a:srgbClr val="0A2C46"/>
                </a:solidFill>
                <a:latin typeface="Arial"/>
                <a:ea typeface="Arial"/>
                <a:cs typeface="Arial"/>
              </a:defRPr>
            </a:lvl4pPr>
            <a:lvl5pPr>
              <a:defRPr sz="1650" b="1">
                <a:solidFill>
                  <a:srgbClr val="0A2C46"/>
                </a:solidFill>
                <a:latin typeface="Arial"/>
                <a:ea typeface="Arial"/>
                <a:cs typeface="Arial"/>
              </a:defRPr>
            </a:lvl5pPr>
            <a:lvl6pPr>
              <a:defRPr sz="1650" b="1">
                <a:solidFill>
                  <a:srgbClr val="0A2C46"/>
                </a:solidFill>
                <a:latin typeface="Arial"/>
                <a:ea typeface="Arial"/>
                <a:cs typeface="Arial"/>
              </a:defRPr>
            </a:lvl6pPr>
            <a:lvl7pPr>
              <a:defRPr sz="1650" b="1">
                <a:solidFill>
                  <a:srgbClr val="0A2C46"/>
                </a:solidFill>
                <a:latin typeface="Arial"/>
                <a:ea typeface="Arial"/>
                <a:cs typeface="Arial"/>
              </a:defRPr>
            </a:lvl7pPr>
            <a:lvl8pPr>
              <a:defRPr sz="1650" b="1">
                <a:solidFill>
                  <a:srgbClr val="0A2C46"/>
                </a:solidFill>
                <a:latin typeface="Arial"/>
                <a:ea typeface="Arial"/>
                <a:cs typeface="Arial"/>
              </a:defRPr>
            </a:lvl8pPr>
            <a:lvl9pPr>
              <a:defRPr sz="1650" b="1">
                <a:solidFill>
                  <a:srgbClr val="0A2C46"/>
                </a:solidFill>
                <a:latin typeface="Arial"/>
                <a:ea typeface="Arial"/>
                <a:cs typeface="Arial"/>
              </a:defRPr>
            </a:lvl9pPr>
          </a:lstStyle>
          <a:p xmlns:a="http://schemas.openxmlformats.org/drawingml/2006/main">
            <a:pPr>
              <a:defRPr sz="1650" b="1">
                <a:solidFill>
                  <a:srgbClr val="0A2C46"/>
                </a:solidFill>
                <a:latin typeface="Arial"/>
                <a:ea typeface="Arial"/>
                <a:cs typeface="Arial"/>
              </a:defRPr>
            </a:pPr>
            <a:r>
              <a:rPr sz="1650" b="1">
                <a:solidFill>
                  <a:srgbClr val="0A2C46"/>
                </a:solidFill>
                <a:latin typeface="Arial"/>
                <a:ea typeface="Arial"/>
                <a:cs typeface="Arial"/>
              </a:rPr>
              <a:t>ExoPlain connects raw exoplanet evidence, machine-learning predictions and readable explanations in one learning workflow. The next priority is rigorous validation, calibrated uncertainty and removal of simulated fallbacks.</a:t>
            </a:r>
          </a:p>
        </p:txBody>
      </p:sp>
      <p:sp>
        <p:nvSpPr>
          <p:cNvPr id="250" name="">
            <a:extLst xmlns:a="http://schemas.openxmlformats.org/drawingml/2006/main">
              <a:ext uri="{FF2B5EF4-FFF2-40B4-BE49-F238E27FC236}">
                <a16:creationId xmlns:a16="http://schemas.microsoft.com/office/drawing/2014/main" id="{3C85DB3E-8046-485A-8D27-A50E075310D8}"/>
              </a:ext>
            </a:extLst>
          </p:cNvPr>
          <p:cNvSpPr>
            <a:spLocks xmlns:a="http://schemas.openxmlformats.org/drawingml/2006/main" noGrp="1"/>
          </p:cNvSpPr>
          <p:nvPr/>
        </p:nvSpPr>
        <p:spPr>
          <a:xfrm xmlns:a="http://schemas.openxmlformats.org/drawingml/2006/main">
            <a:off x="13430250" y="41203800"/>
            <a:ext cx="16097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975" b="0">
                <a:solidFill>
                  <a:srgbClr val="486273"/>
                </a:solidFill>
                <a:latin typeface="Arial"/>
                <a:ea typeface="Arial"/>
                <a:cs typeface="Arial"/>
              </a:defRPr>
            </a:defPPr>
            <a:lvl1pPr>
              <a:defRPr sz="975" b="0">
                <a:solidFill>
                  <a:srgbClr val="486273"/>
                </a:solidFill>
                <a:latin typeface="Arial"/>
                <a:ea typeface="Arial"/>
                <a:cs typeface="Arial"/>
              </a:defRPr>
            </a:lvl1pPr>
            <a:lvl2pPr>
              <a:defRPr sz="975" b="0">
                <a:solidFill>
                  <a:srgbClr val="486273"/>
                </a:solidFill>
                <a:latin typeface="Arial"/>
                <a:ea typeface="Arial"/>
                <a:cs typeface="Arial"/>
              </a:defRPr>
            </a:lvl2pPr>
            <a:lvl3pPr>
              <a:defRPr sz="975" b="0">
                <a:solidFill>
                  <a:srgbClr val="486273"/>
                </a:solidFill>
                <a:latin typeface="Arial"/>
                <a:ea typeface="Arial"/>
                <a:cs typeface="Arial"/>
              </a:defRPr>
            </a:lvl3pPr>
            <a:lvl4pPr>
              <a:defRPr sz="975" b="0">
                <a:solidFill>
                  <a:srgbClr val="486273"/>
                </a:solidFill>
                <a:latin typeface="Arial"/>
                <a:ea typeface="Arial"/>
                <a:cs typeface="Arial"/>
              </a:defRPr>
            </a:lvl4pPr>
            <a:lvl5pPr>
              <a:defRPr sz="975" b="0">
                <a:solidFill>
                  <a:srgbClr val="486273"/>
                </a:solidFill>
                <a:latin typeface="Arial"/>
                <a:ea typeface="Arial"/>
                <a:cs typeface="Arial"/>
              </a:defRPr>
            </a:lvl5pPr>
            <a:lvl6pPr>
              <a:defRPr sz="975" b="0">
                <a:solidFill>
                  <a:srgbClr val="486273"/>
                </a:solidFill>
                <a:latin typeface="Arial"/>
                <a:ea typeface="Arial"/>
                <a:cs typeface="Arial"/>
              </a:defRPr>
            </a:lvl6pPr>
            <a:lvl7pPr>
              <a:defRPr sz="975" b="0">
                <a:solidFill>
                  <a:srgbClr val="486273"/>
                </a:solidFill>
                <a:latin typeface="Arial"/>
                <a:ea typeface="Arial"/>
                <a:cs typeface="Arial"/>
              </a:defRPr>
            </a:lvl7pPr>
            <a:lvl8pPr>
              <a:defRPr sz="975" b="0">
                <a:solidFill>
                  <a:srgbClr val="486273"/>
                </a:solidFill>
                <a:latin typeface="Arial"/>
                <a:ea typeface="Arial"/>
                <a:cs typeface="Arial"/>
              </a:defRPr>
            </a:lvl8pPr>
            <a:lvl9pPr>
              <a:defRPr sz="975" b="0">
                <a:solidFill>
                  <a:srgbClr val="486273"/>
                </a:solidFill>
                <a:latin typeface="Arial"/>
                <a:ea typeface="Arial"/>
                <a:cs typeface="Arial"/>
              </a:defRPr>
            </a:lvl9pPr>
          </a:lstStyle>
          <a:p xmlns:a="http://schemas.openxmlformats.org/drawingml/2006/main">
            <a:pPr>
              <a:defRPr sz="975" b="0">
                <a:solidFill>
                  <a:srgbClr val="486273"/>
                </a:solidFill>
                <a:latin typeface="Arial"/>
                <a:ea typeface="Arial"/>
                <a:cs typeface="Arial"/>
              </a:defRPr>
            </a:pPr>
            <a:r>
              <a:rPr sz="975" b="0">
                <a:solidFill>
                  <a:srgbClr val="486273"/>
                </a:solidFill>
                <a:latin typeface="Arial"/>
                <a:ea typeface="Arial"/>
                <a:cs typeface="Arial"/>
              </a:rPr>
              <a:t>Project sources: ExoPlain Next.js routes; web_fits_feature_server.py; random_forest_exoplanet_model.py; cnn1d_exoplanet_model.py; lstm_exoplanet_model.py; train_python_model.py; repository README. Scientific context: NASA Exoplanet Archive, TESS and TFOPWG dispositions. Repository-reported model values have not been independently reproduced.</a:t>
            </a:r>
          </a:p>
        </p:txBody>
      </p:sp>
    </p:spTree>
    <p:extLst>
      <p:ext uri="{BB962C8B-B14F-4D97-AF65-F5344CB8AC3E}">
        <p14:creationId xmlns:p14="http://schemas.microsoft.com/office/powerpoint/2010/main" val="17036962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2026-10-25T02:54:08.6680000Z</dcterms:created>
  <dcterms:modified xsi:type="dcterms:W3CDTF">2026-10-25T02:54:08.6680000Z</dcterms:modified>
</coreProperties>
</file>